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707"/>
  </p:normalViewPr>
  <p:slideViewPr>
    <p:cSldViewPr snapToGrid="0">
      <p:cViewPr>
        <p:scale>
          <a:sx n="140" d="100"/>
          <a:sy n="140" d="100"/>
        </p:scale>
        <p:origin x="-24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FF410-5085-D25A-83B2-59024F665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505B7-2AA9-E0D8-34CF-B0CD3395C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2A4C5-E140-7128-8A92-72B5E4C79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5284-8668-9B49-B663-6B9B4F1D0AF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0230C-2F46-7FFF-46CF-46FB1FDC4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5E0D3-035F-5A4C-FE54-B4F405276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CBB-5446-F14D-922C-AA6FC9D6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3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C5BBC-3972-3754-2864-E528D5581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14B14-9827-5A48-DFD3-207F4124E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966BA-B9D9-2929-940D-1E9B86A83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5284-8668-9B49-B663-6B9B4F1D0AF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8E06C-CDCC-ED07-49D7-967EBCC0C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989EC-4B44-F750-E3F5-ABF77A40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CBB-5446-F14D-922C-AA6FC9D6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553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B071-E6AB-786B-15D2-1B64DABE7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1D062-25FA-1AA7-F6D6-627B0CDD7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0BF64-C392-727A-F579-D9D8C7D47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5284-8668-9B49-B663-6B9B4F1D0AF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1B1D8-19D5-1093-68AB-B3A857FF8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B1640-9335-9844-DC2B-E85B5A1B9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CBB-5446-F14D-922C-AA6FC9D6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16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BEB58-57B3-2ED0-01DF-535A16B4E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A0AF8-04BA-6670-915E-236E122DEA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F5615-123D-C307-1777-53D2994B8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8B80B-EF5E-F88E-9E76-3BDD45E14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5284-8668-9B49-B663-6B9B4F1D0AF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EF6A6-2431-9A77-D474-328A95E16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21D87-7DA6-17BB-9140-B041FFE02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CBB-5446-F14D-922C-AA6FC9D6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82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E00E2-8A8E-FF69-9705-E78E00717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38F1E-306D-6481-E546-1BDD60B4A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B1E5CD-4B59-55E5-EBC9-260277D31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6CCEE4-4D69-0349-C770-B46B9678E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FC178F-5D0E-90EE-CCC5-45B700CFF3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F8387E-8C2C-9770-E0C1-3952678AF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5284-8668-9B49-B663-6B9B4F1D0AF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955269-9E81-72C9-4277-9C5697643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B936A8-BF6C-8F05-C083-A0E93C2FA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CBB-5446-F14D-922C-AA6FC9D6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44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99A7-F430-B32F-1395-2EF9A9AD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12FC97-335E-17C0-E13B-58DA70D0C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5284-8668-9B49-B663-6B9B4F1D0AF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F144C1-566B-923F-F4CE-552D21F4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1BB754-16AB-E332-28CC-8A8BDF6BC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CBB-5446-F14D-922C-AA6FC9D6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58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FEE290-81E2-43A0-C0CA-ECB793EA7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5284-8668-9B49-B663-6B9B4F1D0AF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BA6102-6F74-8960-F7C6-72DCA83B6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20E98-5130-1402-CE3C-5DB7DCE72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CBB-5446-F14D-922C-AA6FC9D6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52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50930-CBBC-79B2-903C-3BDE1197A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EC3E-AF47-D6EE-87A2-9A819B258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CEAAE-0477-7463-EF86-F27633E90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80AEED-FA1F-962D-1C25-FDFD2F254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5284-8668-9B49-B663-6B9B4F1D0AF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FAE1F-D716-5F6F-7119-2BEEB7D1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A97EC-3CCD-4FAC-B407-0FC86B9F9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CBB-5446-F14D-922C-AA6FC9D6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44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D7635-84C7-B746-5AAE-8EE3D2ACC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EE30A6-02F6-924D-B1DD-9F4ED58204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CC49EB-2020-CDA9-042D-FD1254B6E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C75BB-C268-7E7E-22B3-0E376EFD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5284-8668-9B49-B663-6B9B4F1D0AF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CD3BF-D4C9-03AE-414E-7C47BC00D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CBF05-9821-68E8-0AC3-958AE2AC1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CBB-5446-F14D-922C-AA6FC9D6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90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C1473-2F73-CC8F-91F6-6B0DD28CC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3A33A-86C0-69C6-F8E0-F87A525F8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5D4F8-D522-00CD-9642-220443A9E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5284-8668-9B49-B663-6B9B4F1D0AF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6968D-A42D-79AA-AFE0-9084BC655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49643-F56C-EF14-C4D2-1CBAE6F13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CBB-5446-F14D-922C-AA6FC9D6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434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2EF162-FAC3-85AE-945F-49FE10511A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9D8CC-24F2-8A9F-4295-288010025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1929E-6060-10E1-A4CA-F44098764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05284-8668-9B49-B663-6B9B4F1D0AF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FAE69-98BD-678D-2DE3-EB5E95E32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DDFE1-95AF-0CFC-9D2C-7455C16BE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96CBB-5446-F14D-922C-AA6FC9D6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8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9F1CEA-AE91-942D-7732-D24019C9B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5FC72-79BF-FE32-BD75-34FC65ABE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CFA16-ADD9-6493-EE55-97CB97DF15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B05284-8668-9B49-B663-6B9B4F1D0AF1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78819-B906-0B38-D0BE-7F908CBEC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9EBB7-9F62-93C6-188B-30E16DA6CD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596CBB-5446-F14D-922C-AA6FC9D69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520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93CF51-023C-E49E-A047-15514C57B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507" y="1143000"/>
            <a:ext cx="43561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8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15D73-E43A-E17D-AC10-1F916C99D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81F0037-B446-9C82-6BF4-7D28D8108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2768600"/>
            <a:ext cx="4648200" cy="2374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EDF854-6DE1-FB5A-D984-AE7BD961B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700" y="73152"/>
            <a:ext cx="4597400" cy="2768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8515C4-E4D9-3777-840B-EE716273D569}"/>
              </a:ext>
            </a:extLst>
          </p:cNvPr>
          <p:cNvSpPr txBox="1"/>
          <p:nvPr/>
        </p:nvSpPr>
        <p:spPr>
          <a:xfrm>
            <a:off x="4872386" y="159075"/>
            <a:ext cx="2904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6C24B8-9564-9171-0260-6FA2156455B9}"/>
              </a:ext>
            </a:extLst>
          </p:cNvPr>
          <p:cNvSpPr txBox="1"/>
          <p:nvPr/>
        </p:nvSpPr>
        <p:spPr>
          <a:xfrm>
            <a:off x="4869180" y="2460823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694404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55E64-A526-89A5-2E61-3A1C2C38F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7FB99D-9300-18D8-13A2-6D91B4549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850" y="1352550"/>
            <a:ext cx="6210300" cy="4152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2C3DE72-68EE-BCC3-7A1C-2E8E401287FD}"/>
              </a:ext>
            </a:extLst>
          </p:cNvPr>
          <p:cNvSpPr txBox="1"/>
          <p:nvPr/>
        </p:nvSpPr>
        <p:spPr>
          <a:xfrm>
            <a:off x="5098424" y="1750421"/>
            <a:ext cx="2904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C8F619-02DB-9A79-792B-BDB6897AF052}"/>
              </a:ext>
            </a:extLst>
          </p:cNvPr>
          <p:cNvSpPr txBox="1"/>
          <p:nvPr/>
        </p:nvSpPr>
        <p:spPr>
          <a:xfrm>
            <a:off x="5079188" y="2808295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1D89D-889B-B12C-EF12-A1AA292747F9}"/>
              </a:ext>
            </a:extLst>
          </p:cNvPr>
          <p:cNvSpPr txBox="1"/>
          <p:nvPr/>
        </p:nvSpPr>
        <p:spPr>
          <a:xfrm>
            <a:off x="5079188" y="3866169"/>
            <a:ext cx="309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DBC5C5-149C-0FFF-9853-46A02321EE37}"/>
              </a:ext>
            </a:extLst>
          </p:cNvPr>
          <p:cNvSpPr txBox="1"/>
          <p:nvPr/>
        </p:nvSpPr>
        <p:spPr>
          <a:xfrm>
            <a:off x="8226169" y="1777853"/>
            <a:ext cx="308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2812C1-A456-F808-588B-7A7F2CA419DB}"/>
              </a:ext>
            </a:extLst>
          </p:cNvPr>
          <p:cNvSpPr txBox="1"/>
          <p:nvPr/>
        </p:nvSpPr>
        <p:spPr>
          <a:xfrm>
            <a:off x="8226169" y="3367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33546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11302</TotalTime>
  <Words>7</Words>
  <Application>Microsoft Macintosh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Kadelka, Claus [MATH]</dc:creator>
  <cp:lastModifiedBy>Kadelka, Claus [MATH]</cp:lastModifiedBy>
  <cp:revision>2</cp:revision>
  <cp:lastPrinted>2025-10-29T17:28:38Z</cp:lastPrinted>
  <dcterms:created xsi:type="dcterms:W3CDTF">2025-10-28T14:52:41Z</dcterms:created>
  <dcterms:modified xsi:type="dcterms:W3CDTF">2025-11-05T11:15:13Z</dcterms:modified>
</cp:coreProperties>
</file>