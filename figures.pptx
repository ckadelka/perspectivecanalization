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594" r:id="rId5"/>
    <p:sldId id="595" r:id="rId6"/>
    <p:sldId id="597" r:id="rId7"/>
    <p:sldId id="596" r:id="rId8"/>
    <p:sldId id="598" r:id="rId9"/>
    <p:sldId id="62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E6A7"/>
    <a:srgbClr val="F7D9FF"/>
    <a:srgbClr val="FFC053"/>
    <a:srgbClr val="C0504D"/>
    <a:srgbClr val="FFEE7F"/>
    <a:srgbClr val="32CECA"/>
    <a:srgbClr val="D15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7CBE6E-3C39-AF4B-A9E9-688045FFFE84}" v="1" dt="2025-11-21T03:47:08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00"/>
    <p:restoredTop sz="84384" autoAdjust="0"/>
  </p:normalViewPr>
  <p:slideViewPr>
    <p:cSldViewPr snapToGrid="0" snapToObjects="1">
      <p:cViewPr varScale="1">
        <p:scale>
          <a:sx n="106" d="100"/>
          <a:sy n="106" d="100"/>
        </p:scale>
        <p:origin x="156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16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elka, Claus [MATH]" userId="3587954921_tp_box_2" providerId="OAuth2" clId="{3A5D34D3-13CC-588F-87D8-4157F9E149E9}"/>
    <pc:docChg chg="addSld modSld">
      <pc:chgData name="Kadelka, Claus [MATH]" userId="3587954921_tp_box_2" providerId="OAuth2" clId="{3A5D34D3-13CC-588F-87D8-4157F9E149E9}" dt="2025-11-21T03:47:08.018" v="0"/>
      <pc:docMkLst>
        <pc:docMk/>
      </pc:docMkLst>
      <pc:sldChg chg="add">
        <pc:chgData name="Kadelka, Claus [MATH]" userId="3587954921_tp_box_2" providerId="OAuth2" clId="{3A5D34D3-13CC-588F-87D8-4157F9E149E9}" dt="2025-11-21T03:47:08.018" v="0"/>
        <pc:sldMkLst>
          <pc:docMk/>
          <pc:sldMk cId="2373882230" sldId="256"/>
        </pc:sldMkLst>
      </pc:sldChg>
      <pc:sldChg chg="add">
        <pc:chgData name="Kadelka, Claus [MATH]" userId="3587954921_tp_box_2" providerId="OAuth2" clId="{3A5D34D3-13CC-588F-87D8-4157F9E149E9}" dt="2025-11-21T03:47:08.018" v="0"/>
        <pc:sldMkLst>
          <pc:docMk/>
          <pc:sldMk cId="1694404093" sldId="257"/>
        </pc:sldMkLst>
      </pc:sldChg>
      <pc:sldChg chg="add">
        <pc:chgData name="Kadelka, Claus [MATH]" userId="3587954921_tp_box_2" providerId="OAuth2" clId="{3A5D34D3-13CC-588F-87D8-4157F9E149E9}" dt="2025-11-21T03:47:08.018" v="0"/>
        <pc:sldMkLst>
          <pc:docMk/>
          <pc:sldMk cId="233546287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85A13-4CAF-CA44-BBEA-69EC01B7A9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CD9E9-03B9-1948-B7F4-21BBACE1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75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D9E9-03B9-1948-B7F4-21BBACE1DC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17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99F0-6ADD-D73A-C74A-1862A9CF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72703-C415-D5F7-2A2E-0E93815D9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16CEB-608E-4860-64D9-93B46C69D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26DA9-CEA4-A69F-7995-49E89E824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D9E9-03B9-1948-B7F4-21BBACE1DC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23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64C1-1362-C41D-55E1-3A3399FA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F2A95-DF0A-DB78-F678-4F8185715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70C0B-DFFC-FDBD-425B-78545A627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66F8D-9973-7BD7-B9F1-E3DC0B68A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D9E9-03B9-1948-B7F4-21BBACE1DC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46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A6E0-B5C2-8335-A733-2AD17AE6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BBFDE-2F2A-5A85-CA5A-A9F13D5C9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DBB08-88CF-AB14-B78E-C59879A14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CAB7D-2A9F-1FB9-3F04-445B6B002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D9E9-03B9-1948-B7F4-21BBACE1DC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90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91E4-2EF2-2C0D-FDA1-3E6E21041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95CBC-5019-94D1-9343-853E4936F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55ED9-E7E6-303E-4518-D9A1B4AFA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BE227-CB0A-C356-4C7F-FBA4FDF3A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D9E9-03B9-1948-B7F4-21BBACE1DC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35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CH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2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0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5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6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16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1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4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4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69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0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CH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10ECA-4057-FB43-8B1D-556FDB2592A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90312-A86E-9F46-9B9B-229FE309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1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93CF51-023C-E49E-A047-15514C57B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30" y="1714500"/>
            <a:ext cx="32670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5D73-E43A-E17D-AC10-1F916C99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1F0037-B446-9C82-6BF4-7D28D8108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885" y="2933700"/>
            <a:ext cx="3486150" cy="1781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EDF854-6DE1-FB5A-D984-AE7BD961B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912114"/>
            <a:ext cx="3448050" cy="2076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8515C4-E4D9-3777-840B-EE716273D569}"/>
              </a:ext>
            </a:extLst>
          </p:cNvPr>
          <p:cNvSpPr txBox="1"/>
          <p:nvPr/>
        </p:nvSpPr>
        <p:spPr>
          <a:xfrm>
            <a:off x="3654289" y="976556"/>
            <a:ext cx="2632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6C24B8-9564-9171-0260-6FA2156455B9}"/>
              </a:ext>
            </a:extLst>
          </p:cNvPr>
          <p:cNvSpPr txBox="1"/>
          <p:nvPr/>
        </p:nvSpPr>
        <p:spPr>
          <a:xfrm>
            <a:off x="3651885" y="2702867"/>
            <a:ext cx="2584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9440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5E64-A526-89A5-2E61-3A1C2C38F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7FB99D-9300-18D8-13A2-6D91B454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138" y="1871663"/>
            <a:ext cx="4657725" cy="3114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C3DE72-68EE-BCC3-7A1C-2E8E401287FD}"/>
              </a:ext>
            </a:extLst>
          </p:cNvPr>
          <p:cNvSpPr txBox="1"/>
          <p:nvPr/>
        </p:nvSpPr>
        <p:spPr>
          <a:xfrm>
            <a:off x="3823818" y="2170066"/>
            <a:ext cx="2632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8F619-02DB-9A79-792B-BDB6897AF052}"/>
              </a:ext>
            </a:extLst>
          </p:cNvPr>
          <p:cNvSpPr txBox="1"/>
          <p:nvPr/>
        </p:nvSpPr>
        <p:spPr>
          <a:xfrm>
            <a:off x="3809391" y="2963471"/>
            <a:ext cx="2584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1D89D-889B-B12C-EF12-A1AA292747F9}"/>
              </a:ext>
            </a:extLst>
          </p:cNvPr>
          <p:cNvSpPr txBox="1"/>
          <p:nvPr/>
        </p:nvSpPr>
        <p:spPr>
          <a:xfrm>
            <a:off x="3809391" y="3756877"/>
            <a:ext cx="2568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BC5C5-149C-0FFF-9853-46A02321EE37}"/>
              </a:ext>
            </a:extLst>
          </p:cNvPr>
          <p:cNvSpPr txBox="1"/>
          <p:nvPr/>
        </p:nvSpPr>
        <p:spPr>
          <a:xfrm>
            <a:off x="6169627" y="2190640"/>
            <a:ext cx="2680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812C1-A456-F808-588B-7A7F2CA419DB}"/>
              </a:ext>
            </a:extLst>
          </p:cNvPr>
          <p:cNvSpPr txBox="1"/>
          <p:nvPr/>
        </p:nvSpPr>
        <p:spPr>
          <a:xfrm>
            <a:off x="6169627" y="3382762"/>
            <a:ext cx="2503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3354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41B0-6D3A-9C5F-2693-AD5A7A5B5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B0A02552-E057-EB1F-9714-6B75DA2020F1}"/>
              </a:ext>
            </a:extLst>
          </p:cNvPr>
          <p:cNvSpPr txBox="1"/>
          <p:nvPr/>
        </p:nvSpPr>
        <p:spPr>
          <a:xfrm>
            <a:off x="376489" y="258752"/>
            <a:ext cx="285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</a:t>
            </a:r>
            <a:r>
              <a:rPr lang="en-US" baseline="-25000" dirty="0"/>
              <a:t>1</a:t>
            </a:r>
            <a:r>
              <a:rPr lang="en-US" dirty="0"/>
              <a:t>,x</a:t>
            </a:r>
            <a:r>
              <a:rPr lang="en-US" baseline="-25000" dirty="0"/>
              <a:t>2</a:t>
            </a:r>
            <a:r>
              <a:rPr lang="en-US" dirty="0"/>
              <a:t>,x</a:t>
            </a:r>
            <a:r>
              <a:rPr lang="en-US" baseline="-25000" dirty="0"/>
              <a:t>3</a:t>
            </a:r>
            <a:r>
              <a:rPr lang="en-US" dirty="0"/>
              <a:t>) = x</a:t>
            </a:r>
            <a:r>
              <a:rPr lang="en-US" baseline="-25000" dirty="0"/>
              <a:t>1</a:t>
            </a:r>
            <a:r>
              <a:rPr lang="en-US" dirty="0"/>
              <a:t> OR (x</a:t>
            </a:r>
            <a:r>
              <a:rPr lang="en-US" baseline="-25000" dirty="0"/>
              <a:t>2</a:t>
            </a:r>
            <a:r>
              <a:rPr lang="en-US" dirty="0"/>
              <a:t> AND x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334084-3633-F19D-7004-D1ED34729B9B}"/>
              </a:ext>
            </a:extLst>
          </p:cNvPr>
          <p:cNvCxnSpPr/>
          <p:nvPr/>
        </p:nvCxnSpPr>
        <p:spPr>
          <a:xfrm flipV="1">
            <a:off x="2453884" y="1271450"/>
            <a:ext cx="1006642" cy="4130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570A5C-1F55-8A4D-8DAF-59572D789606}"/>
              </a:ext>
            </a:extLst>
          </p:cNvPr>
          <p:cNvCxnSpPr/>
          <p:nvPr/>
        </p:nvCxnSpPr>
        <p:spPr>
          <a:xfrm flipV="1">
            <a:off x="4258620" y="3088218"/>
            <a:ext cx="1006642" cy="413085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3C73A8-D97C-8915-45BE-E8D2B676EEA1}"/>
              </a:ext>
            </a:extLst>
          </p:cNvPr>
          <p:cNvCxnSpPr>
            <a:cxnSpLocks/>
          </p:cNvCxnSpPr>
          <p:nvPr/>
        </p:nvCxnSpPr>
        <p:spPr>
          <a:xfrm flipV="1">
            <a:off x="4264388" y="1262065"/>
            <a:ext cx="999201" cy="43717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3F5C57-65F9-C6D4-C485-EA784FB27F56}"/>
              </a:ext>
            </a:extLst>
          </p:cNvPr>
          <p:cNvCxnSpPr/>
          <p:nvPr/>
        </p:nvCxnSpPr>
        <p:spPr>
          <a:xfrm flipV="1">
            <a:off x="2429820" y="3088218"/>
            <a:ext cx="1006642" cy="413085"/>
          </a:xfrm>
          <a:prstGeom prst="line">
            <a:avLst/>
          </a:prstGeom>
          <a:ln>
            <a:prstDash val="dash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F76AF1-D950-5BB7-35AD-E24B1F57A457}"/>
              </a:ext>
            </a:extLst>
          </p:cNvPr>
          <p:cNvCxnSpPr>
            <a:cxnSpLocks/>
          </p:cNvCxnSpPr>
          <p:nvPr/>
        </p:nvCxnSpPr>
        <p:spPr>
          <a:xfrm flipV="1">
            <a:off x="3436462" y="1259418"/>
            <a:ext cx="1828800" cy="10379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4AE6EA-3D08-ECB4-5A58-F2AD383CE2A0}"/>
              </a:ext>
            </a:extLst>
          </p:cNvPr>
          <p:cNvCxnSpPr>
            <a:cxnSpLocks/>
          </p:cNvCxnSpPr>
          <p:nvPr/>
        </p:nvCxnSpPr>
        <p:spPr>
          <a:xfrm flipV="1">
            <a:off x="2453884" y="1689724"/>
            <a:ext cx="1828800" cy="10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616A96-EB42-69E1-8623-7BCE089D5D0F}"/>
              </a:ext>
            </a:extLst>
          </p:cNvPr>
          <p:cNvCxnSpPr>
            <a:cxnSpLocks/>
          </p:cNvCxnSpPr>
          <p:nvPr/>
        </p:nvCxnSpPr>
        <p:spPr>
          <a:xfrm flipV="1">
            <a:off x="3436462" y="3074532"/>
            <a:ext cx="1828800" cy="103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FCA800-98C8-D305-C1EB-204254EE9A13}"/>
              </a:ext>
            </a:extLst>
          </p:cNvPr>
          <p:cNvCxnSpPr>
            <a:cxnSpLocks/>
          </p:cNvCxnSpPr>
          <p:nvPr/>
        </p:nvCxnSpPr>
        <p:spPr>
          <a:xfrm flipV="1">
            <a:off x="2429820" y="3502956"/>
            <a:ext cx="1828800" cy="139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B10E3C-6FED-4160-F2CA-58DF99EFBCAA}"/>
              </a:ext>
            </a:extLst>
          </p:cNvPr>
          <p:cNvCxnSpPr>
            <a:cxnSpLocks/>
          </p:cNvCxnSpPr>
          <p:nvPr/>
        </p:nvCxnSpPr>
        <p:spPr>
          <a:xfrm>
            <a:off x="2453884" y="1705292"/>
            <a:ext cx="0" cy="178138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CFEE1D-7146-5539-EA32-1C36F24D3597}"/>
              </a:ext>
            </a:extLst>
          </p:cNvPr>
          <p:cNvCxnSpPr>
            <a:cxnSpLocks/>
          </p:cNvCxnSpPr>
          <p:nvPr/>
        </p:nvCxnSpPr>
        <p:spPr>
          <a:xfrm>
            <a:off x="3444485" y="1293148"/>
            <a:ext cx="0" cy="1781384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F7433-A981-EBB1-6B35-C4CAAA6975E6}"/>
              </a:ext>
            </a:extLst>
          </p:cNvPr>
          <p:cNvCxnSpPr>
            <a:cxnSpLocks/>
          </p:cNvCxnSpPr>
          <p:nvPr/>
        </p:nvCxnSpPr>
        <p:spPr>
          <a:xfrm>
            <a:off x="5254988" y="1282874"/>
            <a:ext cx="0" cy="178138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204A37-74B6-ED8E-50BF-98A7293CCEE3}"/>
              </a:ext>
            </a:extLst>
          </p:cNvPr>
          <p:cNvCxnSpPr>
            <a:cxnSpLocks/>
          </p:cNvCxnSpPr>
          <p:nvPr/>
        </p:nvCxnSpPr>
        <p:spPr>
          <a:xfrm>
            <a:off x="4282684" y="1700103"/>
            <a:ext cx="0" cy="178138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948381-5099-7713-93EA-3F1D14EC0A13}"/>
              </a:ext>
            </a:extLst>
          </p:cNvPr>
          <p:cNvSpPr txBox="1"/>
          <p:nvPr/>
        </p:nvSpPr>
        <p:spPr>
          <a:xfrm>
            <a:off x="2371004" y="352104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  <a:r>
              <a:rPr lang="en-US" sz="1400" dirty="0"/>
              <a:t>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5E20FA-23C8-575D-DB50-5E9A09251B8C}"/>
              </a:ext>
            </a:extLst>
          </p:cNvPr>
          <p:cNvSpPr txBox="1"/>
          <p:nvPr/>
        </p:nvSpPr>
        <p:spPr>
          <a:xfrm>
            <a:off x="4298727" y="3465955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,0,0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F3C660-60BD-CA1F-AD2D-35144FEF4871}"/>
              </a:ext>
            </a:extLst>
          </p:cNvPr>
          <p:cNvSpPr txBox="1"/>
          <p:nvPr/>
        </p:nvSpPr>
        <p:spPr>
          <a:xfrm>
            <a:off x="3276043" y="3053846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0,1,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D9FA93-3EF9-56DF-9B93-E909D0965FED}"/>
              </a:ext>
            </a:extLst>
          </p:cNvPr>
          <p:cNvSpPr txBox="1"/>
          <p:nvPr/>
        </p:nvSpPr>
        <p:spPr>
          <a:xfrm>
            <a:off x="5159430" y="305817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,1,0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F02F8B-5350-9F9E-8DF6-40EF517DCB02}"/>
              </a:ext>
            </a:extLst>
          </p:cNvPr>
          <p:cNvSpPr txBox="1"/>
          <p:nvPr/>
        </p:nvSpPr>
        <p:spPr>
          <a:xfrm>
            <a:off x="5239525" y="123444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,1,1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BC5012-5EC0-A7BC-994F-FC4C6EAF4908}"/>
              </a:ext>
            </a:extLst>
          </p:cNvPr>
          <p:cNvSpPr txBox="1"/>
          <p:nvPr/>
        </p:nvSpPr>
        <p:spPr>
          <a:xfrm>
            <a:off x="2408657" y="1682881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  <a:r>
              <a:rPr lang="en-US" sz="1400" dirty="0"/>
              <a:t>,1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C647C-17EC-4346-DF67-644E90095001}"/>
              </a:ext>
            </a:extLst>
          </p:cNvPr>
          <p:cNvSpPr txBox="1"/>
          <p:nvPr/>
        </p:nvSpPr>
        <p:spPr>
          <a:xfrm>
            <a:off x="4242580" y="164966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,0,1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B8F771-6E6D-0842-8C71-91B6CF48C467}"/>
              </a:ext>
            </a:extLst>
          </p:cNvPr>
          <p:cNvSpPr txBox="1"/>
          <p:nvPr/>
        </p:nvSpPr>
        <p:spPr>
          <a:xfrm>
            <a:off x="3403621" y="1259123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0,1,1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A3FEFA3-8779-707C-903C-F351C9F41FCE}"/>
              </a:ext>
            </a:extLst>
          </p:cNvPr>
          <p:cNvGrpSpPr/>
          <p:nvPr/>
        </p:nvGrpSpPr>
        <p:grpSpPr>
          <a:xfrm>
            <a:off x="3915804" y="511967"/>
            <a:ext cx="1037280" cy="771664"/>
            <a:chOff x="7658378" y="5826653"/>
            <a:chExt cx="1037280" cy="77166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6F7B5B5-7B3B-21E0-833C-4295B2642334}"/>
                </a:ext>
              </a:extLst>
            </p:cNvPr>
            <p:cNvCxnSpPr/>
            <p:nvPr/>
          </p:nvCxnSpPr>
          <p:spPr>
            <a:xfrm flipV="1">
              <a:off x="7960895" y="5962864"/>
              <a:ext cx="0" cy="4379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DFD96C3-0865-BEEF-5FC1-022AF8E44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0895" y="6385460"/>
              <a:ext cx="502920" cy="113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C683C36-E6E7-12FE-1912-D15D8EBBC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2506" y="6086970"/>
              <a:ext cx="446895" cy="29849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3063FFD-00F8-5143-76C2-7DF719C40580}"/>
                </a:ext>
              </a:extLst>
            </p:cNvPr>
            <p:cNvSpPr txBox="1"/>
            <p:nvPr/>
          </p:nvSpPr>
          <p:spPr>
            <a:xfrm>
              <a:off x="7658378" y="5826653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A95A9F0-E06D-D72C-8157-23E2D6A9257D}"/>
                </a:ext>
              </a:extLst>
            </p:cNvPr>
            <p:cNvSpPr txBox="1"/>
            <p:nvPr/>
          </p:nvSpPr>
          <p:spPr>
            <a:xfrm>
              <a:off x="8353034" y="5961465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265DAAF-6FA6-FC5B-1685-AD15E5657D15}"/>
                </a:ext>
              </a:extLst>
            </p:cNvPr>
            <p:cNvSpPr txBox="1"/>
            <p:nvPr/>
          </p:nvSpPr>
          <p:spPr>
            <a:xfrm>
              <a:off x="8371530" y="6290540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1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F8BCAE7-E5F1-6CF8-E342-650CAA9CC22C}"/>
              </a:ext>
            </a:extLst>
          </p:cNvPr>
          <p:cNvSpPr txBox="1"/>
          <p:nvPr/>
        </p:nvSpPr>
        <p:spPr>
          <a:xfrm>
            <a:off x="2415341" y="311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50415D-D071-1EFB-9EEB-AFCB8A635FD8}"/>
              </a:ext>
            </a:extLst>
          </p:cNvPr>
          <p:cNvSpPr txBox="1"/>
          <p:nvPr/>
        </p:nvSpPr>
        <p:spPr>
          <a:xfrm>
            <a:off x="2414006" y="12820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973E4D-4242-4ED1-EB0E-F17F1E67E60B}"/>
              </a:ext>
            </a:extLst>
          </p:cNvPr>
          <p:cNvSpPr txBox="1"/>
          <p:nvPr/>
        </p:nvSpPr>
        <p:spPr>
          <a:xfrm>
            <a:off x="3436016" y="27359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FD81BD-6D73-717D-B6A3-83521C7D890C}"/>
              </a:ext>
            </a:extLst>
          </p:cNvPr>
          <p:cNvSpPr txBox="1"/>
          <p:nvPr/>
        </p:nvSpPr>
        <p:spPr>
          <a:xfrm>
            <a:off x="3434123" y="9090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2B971F-3F45-CDFE-24D2-74D75868C659}"/>
              </a:ext>
            </a:extLst>
          </p:cNvPr>
          <p:cNvSpPr txBox="1"/>
          <p:nvPr/>
        </p:nvSpPr>
        <p:spPr>
          <a:xfrm>
            <a:off x="5211221" y="8944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52CED6-A70B-DA93-0F10-D58365341405}"/>
              </a:ext>
            </a:extLst>
          </p:cNvPr>
          <p:cNvSpPr txBox="1"/>
          <p:nvPr/>
        </p:nvSpPr>
        <p:spPr>
          <a:xfrm>
            <a:off x="4149440" y="13255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E2621C-8134-DCF0-1FAC-9117069E8E08}"/>
              </a:ext>
            </a:extLst>
          </p:cNvPr>
          <p:cNvSpPr txBox="1"/>
          <p:nvPr/>
        </p:nvSpPr>
        <p:spPr>
          <a:xfrm>
            <a:off x="4241802" y="31313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D4392D-828F-0592-B239-F268D4B32210}"/>
              </a:ext>
            </a:extLst>
          </p:cNvPr>
          <p:cNvSpPr txBox="1"/>
          <p:nvPr/>
        </p:nvSpPr>
        <p:spPr>
          <a:xfrm>
            <a:off x="5246154" y="27172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A3E79A6-63BE-DF18-AB47-7997EC617C4E}"/>
              </a:ext>
            </a:extLst>
          </p:cNvPr>
          <p:cNvSpPr/>
          <p:nvPr/>
        </p:nvSpPr>
        <p:spPr>
          <a:xfrm>
            <a:off x="4272429" y="1261339"/>
            <a:ext cx="1011110" cy="2204616"/>
          </a:xfrm>
          <a:custGeom>
            <a:avLst/>
            <a:gdLst>
              <a:gd name="connsiteX0" fmla="*/ 24063 w 974558"/>
              <a:gd name="connsiteY0" fmla="*/ 409074 h 2237874"/>
              <a:gd name="connsiteX1" fmla="*/ 0 w 974558"/>
              <a:gd name="connsiteY1" fmla="*/ 2237874 h 2237874"/>
              <a:gd name="connsiteX2" fmla="*/ 962526 w 974558"/>
              <a:gd name="connsiteY2" fmla="*/ 1840832 h 2237874"/>
              <a:gd name="connsiteX3" fmla="*/ 974558 w 974558"/>
              <a:gd name="connsiteY3" fmla="*/ 0 h 2237874"/>
              <a:gd name="connsiteX4" fmla="*/ 24063 w 974558"/>
              <a:gd name="connsiteY4" fmla="*/ 409074 h 2237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4558" h="2237874">
                <a:moveTo>
                  <a:pt x="24063" y="409074"/>
                </a:moveTo>
                <a:lnTo>
                  <a:pt x="0" y="2237874"/>
                </a:lnTo>
                <a:lnTo>
                  <a:pt x="962526" y="1840832"/>
                </a:lnTo>
                <a:cubicBezTo>
                  <a:pt x="966537" y="1227221"/>
                  <a:pt x="970547" y="613611"/>
                  <a:pt x="974558" y="0"/>
                </a:cubicBezTo>
                <a:lnTo>
                  <a:pt x="24063" y="409074"/>
                </a:lnTo>
                <a:close/>
              </a:path>
            </a:pathLst>
          </a:custGeom>
          <a:solidFill>
            <a:srgbClr val="C0504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C782597-89E8-98E6-E507-CCC3358701A0}"/>
              </a:ext>
            </a:extLst>
          </p:cNvPr>
          <p:cNvGrpSpPr/>
          <p:nvPr/>
        </p:nvGrpSpPr>
        <p:grpSpPr>
          <a:xfrm>
            <a:off x="2390462" y="3906599"/>
            <a:ext cx="1826784" cy="2275526"/>
            <a:chOff x="3593752" y="4325084"/>
            <a:chExt cx="1826784" cy="227552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659F65-E4BF-F867-FFD7-A2588D94F6AB}"/>
                </a:ext>
              </a:extLst>
            </p:cNvPr>
            <p:cNvSpPr txBox="1"/>
            <p:nvPr/>
          </p:nvSpPr>
          <p:spPr>
            <a:xfrm>
              <a:off x="3998289" y="4325084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1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83B0D4B-86F4-21AB-A81A-6154FC513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7261" y="4632861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CE2F5B0-6392-7EBB-6497-493F450E7072}"/>
                </a:ext>
              </a:extLst>
            </p:cNvPr>
            <p:cNvCxnSpPr>
              <a:cxnSpLocks/>
            </p:cNvCxnSpPr>
            <p:nvPr/>
          </p:nvCxnSpPr>
          <p:spPr>
            <a:xfrm>
              <a:off x="4155444" y="4632861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CF7170-4F7E-2E9F-E093-12F5C72E8F90}"/>
                </a:ext>
              </a:extLst>
            </p:cNvPr>
            <p:cNvSpPr txBox="1"/>
            <p:nvPr/>
          </p:nvSpPr>
          <p:spPr>
            <a:xfrm>
              <a:off x="3657174" y="461124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3EF7DE1-DA10-A41B-B613-CBF740A3BAA0}"/>
                </a:ext>
              </a:extLst>
            </p:cNvPr>
            <p:cNvSpPr txBox="1"/>
            <p:nvPr/>
          </p:nvSpPr>
          <p:spPr>
            <a:xfrm>
              <a:off x="3593752" y="493151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1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787680A-BF89-F114-CDDF-A0879CAB14F1}"/>
                </a:ext>
              </a:extLst>
            </p:cNvPr>
            <p:cNvSpPr txBox="1"/>
            <p:nvPr/>
          </p:nvSpPr>
          <p:spPr>
            <a:xfrm>
              <a:off x="4315296" y="460638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F802AE9-4E03-4C97-9358-BC8FED6FA1B0}"/>
                </a:ext>
              </a:extLst>
            </p:cNvPr>
            <p:cNvSpPr txBox="1"/>
            <p:nvPr/>
          </p:nvSpPr>
          <p:spPr>
            <a:xfrm>
              <a:off x="4339215" y="4994342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2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D4D21DF-93E9-9962-FB32-960D6AFC83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0328" y="5302119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9B8A874-B1E0-6DE8-92DC-CB7C25535E81}"/>
                </a:ext>
              </a:extLst>
            </p:cNvPr>
            <p:cNvCxnSpPr>
              <a:cxnSpLocks/>
            </p:cNvCxnSpPr>
            <p:nvPr/>
          </p:nvCxnSpPr>
          <p:spPr>
            <a:xfrm>
              <a:off x="4508511" y="5302119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3189EC2-F70E-7097-86A0-5645A71F92C3}"/>
                </a:ext>
              </a:extLst>
            </p:cNvPr>
            <p:cNvSpPr txBox="1"/>
            <p:nvPr/>
          </p:nvSpPr>
          <p:spPr>
            <a:xfrm>
              <a:off x="4010242" y="52805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619DFD4-5013-4DDB-0BEB-E1FC077CAF78}"/>
                </a:ext>
              </a:extLst>
            </p:cNvPr>
            <p:cNvSpPr txBox="1"/>
            <p:nvPr/>
          </p:nvSpPr>
          <p:spPr>
            <a:xfrm>
              <a:off x="4668363" y="5275638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AAF8BCE-D022-C312-797C-96D8130B1248}"/>
                </a:ext>
              </a:extLst>
            </p:cNvPr>
            <p:cNvSpPr txBox="1"/>
            <p:nvPr/>
          </p:nvSpPr>
          <p:spPr>
            <a:xfrm>
              <a:off x="3892806" y="561217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0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FA1D977-42B0-5E51-08B2-34301B34DD59}"/>
                </a:ext>
              </a:extLst>
            </p:cNvPr>
            <p:cNvSpPr txBox="1"/>
            <p:nvPr/>
          </p:nvSpPr>
          <p:spPr>
            <a:xfrm>
              <a:off x="4672085" y="5675001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3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62FEC72-861C-179E-3140-7E73E6539C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5230" y="5982778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6B78266-C6A7-0CD7-6CFF-E1ED77F8B1CB}"/>
                </a:ext>
              </a:extLst>
            </p:cNvPr>
            <p:cNvCxnSpPr>
              <a:cxnSpLocks/>
            </p:cNvCxnSpPr>
            <p:nvPr/>
          </p:nvCxnSpPr>
          <p:spPr>
            <a:xfrm>
              <a:off x="4853413" y="5982778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F5FBD03-1FF7-B997-4F85-E8723E49AB6D}"/>
                </a:ext>
              </a:extLst>
            </p:cNvPr>
            <p:cNvSpPr txBox="1"/>
            <p:nvPr/>
          </p:nvSpPr>
          <p:spPr>
            <a:xfrm>
              <a:off x="4355144" y="596115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81C1B81-D412-8950-FCCD-1810B9F25359}"/>
                </a:ext>
              </a:extLst>
            </p:cNvPr>
            <p:cNvSpPr txBox="1"/>
            <p:nvPr/>
          </p:nvSpPr>
          <p:spPr>
            <a:xfrm>
              <a:off x="5013265" y="595629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43DE4C0-2A7B-F0C1-903C-04272CE10569}"/>
                </a:ext>
              </a:extLst>
            </p:cNvPr>
            <p:cNvSpPr txBox="1"/>
            <p:nvPr/>
          </p:nvSpPr>
          <p:spPr>
            <a:xfrm>
              <a:off x="4249740" y="629283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3F9A370-F9F8-ACCF-1F4C-6B7CBC1188F2}"/>
                </a:ext>
              </a:extLst>
            </p:cNvPr>
            <p:cNvSpPr txBox="1"/>
            <p:nvPr/>
          </p:nvSpPr>
          <p:spPr>
            <a:xfrm>
              <a:off x="5144498" y="628877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1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661553E-C35E-CE6F-AF2A-99583A5D8D10}"/>
              </a:ext>
            </a:extLst>
          </p:cNvPr>
          <p:cNvGrpSpPr/>
          <p:nvPr/>
        </p:nvGrpSpPr>
        <p:grpSpPr>
          <a:xfrm>
            <a:off x="3659834" y="3903067"/>
            <a:ext cx="1826784" cy="2275526"/>
            <a:chOff x="5790039" y="4325084"/>
            <a:chExt cx="1826784" cy="2275526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1113130-5AA3-966A-7AF5-37E5B0191A43}"/>
                </a:ext>
              </a:extLst>
            </p:cNvPr>
            <p:cNvSpPr txBox="1"/>
            <p:nvPr/>
          </p:nvSpPr>
          <p:spPr>
            <a:xfrm>
              <a:off x="6194576" y="4325084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1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C8E3D61-9F44-7DE9-CE8B-A81ED1194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548" y="4632861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1E7CC59-5242-3E99-0184-E14F218E058B}"/>
                </a:ext>
              </a:extLst>
            </p:cNvPr>
            <p:cNvCxnSpPr>
              <a:cxnSpLocks/>
            </p:cNvCxnSpPr>
            <p:nvPr/>
          </p:nvCxnSpPr>
          <p:spPr>
            <a:xfrm>
              <a:off x="6351731" y="4632861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1C6EDDB-7781-FBC3-EE16-B79384494746}"/>
                </a:ext>
              </a:extLst>
            </p:cNvPr>
            <p:cNvSpPr txBox="1"/>
            <p:nvPr/>
          </p:nvSpPr>
          <p:spPr>
            <a:xfrm>
              <a:off x="5853461" y="461124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14E2BB1-242E-42FE-536D-BE5B39BE8C7E}"/>
                </a:ext>
              </a:extLst>
            </p:cNvPr>
            <p:cNvSpPr txBox="1"/>
            <p:nvPr/>
          </p:nvSpPr>
          <p:spPr>
            <a:xfrm>
              <a:off x="5790039" y="493151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1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344E220-A39E-D485-961D-5BF85BEE8F50}"/>
                </a:ext>
              </a:extLst>
            </p:cNvPr>
            <p:cNvSpPr txBox="1"/>
            <p:nvPr/>
          </p:nvSpPr>
          <p:spPr>
            <a:xfrm>
              <a:off x="6511583" y="460638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5F63103-0F74-4264-9FF1-15FCF0A56282}"/>
                </a:ext>
              </a:extLst>
            </p:cNvPr>
            <p:cNvSpPr txBox="1"/>
            <p:nvPr/>
          </p:nvSpPr>
          <p:spPr>
            <a:xfrm>
              <a:off x="6535502" y="4994342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3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E319FED-E02D-43F2-CEA7-68CA3F3E90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6615" y="5302119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A9492B1-9296-0213-1566-A68CDE2E7877}"/>
                </a:ext>
              </a:extLst>
            </p:cNvPr>
            <p:cNvCxnSpPr>
              <a:cxnSpLocks/>
            </p:cNvCxnSpPr>
            <p:nvPr/>
          </p:nvCxnSpPr>
          <p:spPr>
            <a:xfrm>
              <a:off x="6704798" y="5302119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D344079-D706-2B21-E064-66F4BE20C993}"/>
                </a:ext>
              </a:extLst>
            </p:cNvPr>
            <p:cNvSpPr txBox="1"/>
            <p:nvPr/>
          </p:nvSpPr>
          <p:spPr>
            <a:xfrm>
              <a:off x="6206529" y="52805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01769EA-6964-E21D-FCCC-0BAF16B68BD6}"/>
                </a:ext>
              </a:extLst>
            </p:cNvPr>
            <p:cNvSpPr txBox="1"/>
            <p:nvPr/>
          </p:nvSpPr>
          <p:spPr>
            <a:xfrm>
              <a:off x="6864650" y="5275638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58608A1-158D-04B7-B512-57A7C8AD96C9}"/>
                </a:ext>
              </a:extLst>
            </p:cNvPr>
            <p:cNvSpPr txBox="1"/>
            <p:nvPr/>
          </p:nvSpPr>
          <p:spPr>
            <a:xfrm>
              <a:off x="6089093" y="561217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0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8CA7800-2521-8437-1207-D903A690DBAD}"/>
                </a:ext>
              </a:extLst>
            </p:cNvPr>
            <p:cNvSpPr txBox="1"/>
            <p:nvPr/>
          </p:nvSpPr>
          <p:spPr>
            <a:xfrm>
              <a:off x="6868372" y="5675001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2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7120BF7-E97C-2324-D7FF-48D54AEF28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1517" y="5982778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B8F01FA-3E18-4A84-5F88-6EE2F1AABFD7}"/>
                </a:ext>
              </a:extLst>
            </p:cNvPr>
            <p:cNvCxnSpPr>
              <a:cxnSpLocks/>
            </p:cNvCxnSpPr>
            <p:nvPr/>
          </p:nvCxnSpPr>
          <p:spPr>
            <a:xfrm>
              <a:off x="7049700" y="5982778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10EA1E5-30F0-D45E-FCF3-83ED43F5EC19}"/>
                </a:ext>
              </a:extLst>
            </p:cNvPr>
            <p:cNvSpPr txBox="1"/>
            <p:nvPr/>
          </p:nvSpPr>
          <p:spPr>
            <a:xfrm>
              <a:off x="6551431" y="596115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0A9A62E-65BC-E645-656F-2A09C7AEE965}"/>
                </a:ext>
              </a:extLst>
            </p:cNvPr>
            <p:cNvSpPr txBox="1"/>
            <p:nvPr/>
          </p:nvSpPr>
          <p:spPr>
            <a:xfrm>
              <a:off x="7209552" y="595629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2A6ED2C-7F84-6D9F-9220-EB56F00244B5}"/>
                </a:ext>
              </a:extLst>
            </p:cNvPr>
            <p:cNvSpPr txBox="1"/>
            <p:nvPr/>
          </p:nvSpPr>
          <p:spPr>
            <a:xfrm>
              <a:off x="6446027" y="629283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E48E2D9-1E87-F871-CEC3-6CAA6222E744}"/>
                </a:ext>
              </a:extLst>
            </p:cNvPr>
            <p:cNvSpPr txBox="1"/>
            <p:nvPr/>
          </p:nvSpPr>
          <p:spPr>
            <a:xfrm>
              <a:off x="7340785" y="628877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0</a:t>
              </a:r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25FEEBCB-6FEF-7480-ABFF-F55776469FB3}"/>
              </a:ext>
            </a:extLst>
          </p:cNvPr>
          <p:cNvSpPr/>
          <p:nvPr/>
        </p:nvSpPr>
        <p:spPr>
          <a:xfrm>
            <a:off x="2453884" y="3800133"/>
            <a:ext cx="3300984" cy="696349"/>
          </a:xfrm>
          <a:prstGeom prst="rect">
            <a:avLst/>
          </a:prstGeom>
          <a:solidFill>
            <a:schemeClr val="accent3">
              <a:lumMod val="40000"/>
              <a:lumOff val="60000"/>
              <a:alpha val="349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layer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0304233-972D-859E-45B5-C07E0AE9FEDE}"/>
              </a:ext>
            </a:extLst>
          </p:cNvPr>
          <p:cNvSpPr/>
          <p:nvPr/>
        </p:nvSpPr>
        <p:spPr>
          <a:xfrm>
            <a:off x="2453884" y="4496993"/>
            <a:ext cx="3300984" cy="1757258"/>
          </a:xfrm>
          <a:prstGeom prst="rect">
            <a:avLst/>
          </a:prstGeom>
          <a:solidFill>
            <a:schemeClr val="accent4">
              <a:lumMod val="40000"/>
              <a:lumOff val="60000"/>
              <a:alpha val="349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nd</a:t>
            </a:r>
            <a:r>
              <a:rPr lang="en-US" dirty="0">
                <a:solidFill>
                  <a:schemeClr val="tx1"/>
                </a:solidFill>
              </a:rPr>
              <a:t> layer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1B2B7FE4-A45E-3A7F-06E6-70CBB2BED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55059"/>
              </p:ext>
            </p:extLst>
          </p:nvPr>
        </p:nvGraphicFramePr>
        <p:xfrm>
          <a:off x="495178" y="765495"/>
          <a:ext cx="1491948" cy="32932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987">
                  <a:extLst>
                    <a:ext uri="{9D8B030D-6E8A-4147-A177-3AD203B41FA5}">
                      <a16:colId xmlns:a16="http://schemas.microsoft.com/office/drawing/2014/main" val="4287596752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1045154105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4256467903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2633675735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2950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37396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96402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872935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136986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91654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93031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938299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359945"/>
                  </a:ext>
                </a:extLst>
              </a:tr>
            </a:tbl>
          </a:graphicData>
        </a:graphic>
      </p:graphicFrame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A2F73B70-CA76-355B-219D-1EE09CD9E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416240"/>
              </p:ext>
            </p:extLst>
          </p:nvPr>
        </p:nvGraphicFramePr>
        <p:xfrm>
          <a:off x="495178" y="4405392"/>
          <a:ext cx="1491948" cy="18295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987">
                  <a:extLst>
                    <a:ext uri="{9D8B030D-6E8A-4147-A177-3AD203B41FA5}">
                      <a16:colId xmlns:a16="http://schemas.microsoft.com/office/drawing/2014/main" val="4287596752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1045154105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4256467903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2633675735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2950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37396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96402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872935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136986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D1F6BCB8-5C49-EE65-EC2C-FE0A7688F8B0}"/>
              </a:ext>
            </a:extLst>
          </p:cNvPr>
          <p:cNvSpPr txBox="1"/>
          <p:nvPr/>
        </p:nvSpPr>
        <p:spPr>
          <a:xfrm>
            <a:off x="177462" y="70979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0DE2F36-A27A-1B4B-AF31-D06309071402}"/>
              </a:ext>
            </a:extLst>
          </p:cNvPr>
          <p:cNvSpPr txBox="1"/>
          <p:nvPr/>
        </p:nvSpPr>
        <p:spPr>
          <a:xfrm>
            <a:off x="2145984" y="7266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E2DDAD-89AD-12C0-2B9C-48FE62EC29EF}"/>
              </a:ext>
            </a:extLst>
          </p:cNvPr>
          <p:cNvSpPr txBox="1"/>
          <p:nvPr/>
        </p:nvSpPr>
        <p:spPr>
          <a:xfrm>
            <a:off x="177462" y="436620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9BDD02D-48CB-5A8D-6B04-B68759EBA425}"/>
              </a:ext>
            </a:extLst>
          </p:cNvPr>
          <p:cNvSpPr txBox="1"/>
          <p:nvPr/>
        </p:nvSpPr>
        <p:spPr>
          <a:xfrm>
            <a:off x="2141976" y="37909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094528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11BD9-A8B9-34BD-9665-6FE19B8B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A8BE5B-27EC-380B-9D93-75F0752D13B5}"/>
              </a:ext>
            </a:extLst>
          </p:cNvPr>
          <p:cNvCxnSpPr/>
          <p:nvPr/>
        </p:nvCxnSpPr>
        <p:spPr>
          <a:xfrm flipV="1">
            <a:off x="2453884" y="1271450"/>
            <a:ext cx="1006642" cy="4130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5D6900-8BD0-93E1-CE2F-B8F6EEA40845}"/>
              </a:ext>
            </a:extLst>
          </p:cNvPr>
          <p:cNvCxnSpPr/>
          <p:nvPr/>
        </p:nvCxnSpPr>
        <p:spPr>
          <a:xfrm flipV="1">
            <a:off x="4258620" y="3088218"/>
            <a:ext cx="1006642" cy="413085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010206-C38F-C0C1-8DFE-46D2C17B2B0A}"/>
              </a:ext>
            </a:extLst>
          </p:cNvPr>
          <p:cNvCxnSpPr>
            <a:cxnSpLocks/>
          </p:cNvCxnSpPr>
          <p:nvPr/>
        </p:nvCxnSpPr>
        <p:spPr>
          <a:xfrm flipV="1">
            <a:off x="4264388" y="1262065"/>
            <a:ext cx="999201" cy="43717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5ECEB8-B9DE-D839-6EA1-614832C4137B}"/>
              </a:ext>
            </a:extLst>
          </p:cNvPr>
          <p:cNvCxnSpPr/>
          <p:nvPr/>
        </p:nvCxnSpPr>
        <p:spPr>
          <a:xfrm flipV="1">
            <a:off x="2429820" y="3088218"/>
            <a:ext cx="1006642" cy="413085"/>
          </a:xfrm>
          <a:prstGeom prst="line">
            <a:avLst/>
          </a:prstGeom>
          <a:ln>
            <a:prstDash val="dash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49EF89-FAF3-74B3-2892-6596A928C7E8}"/>
              </a:ext>
            </a:extLst>
          </p:cNvPr>
          <p:cNvCxnSpPr>
            <a:cxnSpLocks/>
          </p:cNvCxnSpPr>
          <p:nvPr/>
        </p:nvCxnSpPr>
        <p:spPr>
          <a:xfrm flipV="1">
            <a:off x="3436462" y="1259418"/>
            <a:ext cx="1828800" cy="10379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161776-9AF2-1481-8D84-000FF5468618}"/>
              </a:ext>
            </a:extLst>
          </p:cNvPr>
          <p:cNvCxnSpPr>
            <a:cxnSpLocks/>
          </p:cNvCxnSpPr>
          <p:nvPr/>
        </p:nvCxnSpPr>
        <p:spPr>
          <a:xfrm flipV="1">
            <a:off x="2453884" y="1689724"/>
            <a:ext cx="1828800" cy="10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8F1FF9-E172-CF79-528D-A29F29996967}"/>
              </a:ext>
            </a:extLst>
          </p:cNvPr>
          <p:cNvCxnSpPr>
            <a:cxnSpLocks/>
          </p:cNvCxnSpPr>
          <p:nvPr/>
        </p:nvCxnSpPr>
        <p:spPr>
          <a:xfrm flipV="1">
            <a:off x="3436462" y="3074532"/>
            <a:ext cx="1828800" cy="103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CE1596-262F-559A-7974-0675A3849E72}"/>
              </a:ext>
            </a:extLst>
          </p:cNvPr>
          <p:cNvCxnSpPr>
            <a:cxnSpLocks/>
          </p:cNvCxnSpPr>
          <p:nvPr/>
        </p:nvCxnSpPr>
        <p:spPr>
          <a:xfrm flipV="1">
            <a:off x="2429820" y="3502956"/>
            <a:ext cx="1828800" cy="139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A88140-467B-FC18-A68F-AF635A8467C3}"/>
              </a:ext>
            </a:extLst>
          </p:cNvPr>
          <p:cNvCxnSpPr>
            <a:cxnSpLocks/>
          </p:cNvCxnSpPr>
          <p:nvPr/>
        </p:nvCxnSpPr>
        <p:spPr>
          <a:xfrm>
            <a:off x="2453884" y="1705292"/>
            <a:ext cx="0" cy="178138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11626F-F43A-1F25-9D0C-4AFB101D0B74}"/>
              </a:ext>
            </a:extLst>
          </p:cNvPr>
          <p:cNvCxnSpPr>
            <a:cxnSpLocks/>
          </p:cNvCxnSpPr>
          <p:nvPr/>
        </p:nvCxnSpPr>
        <p:spPr>
          <a:xfrm>
            <a:off x="3444485" y="1293148"/>
            <a:ext cx="0" cy="1781384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55B982-A215-19C7-D962-CD791E685E0E}"/>
              </a:ext>
            </a:extLst>
          </p:cNvPr>
          <p:cNvCxnSpPr>
            <a:cxnSpLocks/>
          </p:cNvCxnSpPr>
          <p:nvPr/>
        </p:nvCxnSpPr>
        <p:spPr>
          <a:xfrm>
            <a:off x="5254988" y="1282874"/>
            <a:ext cx="0" cy="178138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D07F854-FF39-A2E0-A2BA-56CC09164ADF}"/>
              </a:ext>
            </a:extLst>
          </p:cNvPr>
          <p:cNvCxnSpPr>
            <a:cxnSpLocks/>
          </p:cNvCxnSpPr>
          <p:nvPr/>
        </p:nvCxnSpPr>
        <p:spPr>
          <a:xfrm>
            <a:off x="4282684" y="1700103"/>
            <a:ext cx="0" cy="178138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E976E87-5202-46F3-C6A1-C967D675E807}"/>
              </a:ext>
            </a:extLst>
          </p:cNvPr>
          <p:cNvSpPr txBox="1"/>
          <p:nvPr/>
        </p:nvSpPr>
        <p:spPr>
          <a:xfrm>
            <a:off x="2371004" y="352104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  <a:r>
              <a:rPr lang="en-US" sz="1400" dirty="0"/>
              <a:t>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CE6678-C12B-1BB2-1DE9-94C1D65653B5}"/>
              </a:ext>
            </a:extLst>
          </p:cNvPr>
          <p:cNvSpPr txBox="1"/>
          <p:nvPr/>
        </p:nvSpPr>
        <p:spPr>
          <a:xfrm>
            <a:off x="4298727" y="3465955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,0,0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1B4A8C-1711-7E0C-2659-F74A02E47E6B}"/>
              </a:ext>
            </a:extLst>
          </p:cNvPr>
          <p:cNvSpPr txBox="1"/>
          <p:nvPr/>
        </p:nvSpPr>
        <p:spPr>
          <a:xfrm>
            <a:off x="3276043" y="3053846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0,1,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5A1EDD-6D24-EE7A-AB53-AAE441049EE6}"/>
              </a:ext>
            </a:extLst>
          </p:cNvPr>
          <p:cNvSpPr txBox="1"/>
          <p:nvPr/>
        </p:nvSpPr>
        <p:spPr>
          <a:xfrm>
            <a:off x="5159430" y="305817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,1,0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9E325D-6872-6A68-1E1A-07439971733A}"/>
              </a:ext>
            </a:extLst>
          </p:cNvPr>
          <p:cNvSpPr txBox="1"/>
          <p:nvPr/>
        </p:nvSpPr>
        <p:spPr>
          <a:xfrm>
            <a:off x="5239525" y="123444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,1,1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C897D9-7E2E-BF8C-46D0-3C4E474FDDD0}"/>
              </a:ext>
            </a:extLst>
          </p:cNvPr>
          <p:cNvSpPr txBox="1"/>
          <p:nvPr/>
        </p:nvSpPr>
        <p:spPr>
          <a:xfrm>
            <a:off x="2408657" y="1682881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  <a:r>
              <a:rPr lang="en-US" sz="1400" dirty="0"/>
              <a:t>,1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872BD3-C19A-3DC3-80DD-15681DFABDE6}"/>
              </a:ext>
            </a:extLst>
          </p:cNvPr>
          <p:cNvSpPr txBox="1"/>
          <p:nvPr/>
        </p:nvSpPr>
        <p:spPr>
          <a:xfrm>
            <a:off x="4242580" y="164966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,0,1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864C60-2858-DFEB-BAC3-BF4CA36AA20B}"/>
              </a:ext>
            </a:extLst>
          </p:cNvPr>
          <p:cNvSpPr txBox="1"/>
          <p:nvPr/>
        </p:nvSpPr>
        <p:spPr>
          <a:xfrm>
            <a:off x="3403621" y="1259123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0,1,1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3F1D61-B99F-F765-AC44-095E089DAEAC}"/>
              </a:ext>
            </a:extLst>
          </p:cNvPr>
          <p:cNvGrpSpPr/>
          <p:nvPr/>
        </p:nvGrpSpPr>
        <p:grpSpPr>
          <a:xfrm>
            <a:off x="3915804" y="511967"/>
            <a:ext cx="1037280" cy="771664"/>
            <a:chOff x="7658378" y="5826653"/>
            <a:chExt cx="1037280" cy="77166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84BD6B2-43F5-E609-C4AD-5E17515353C5}"/>
                </a:ext>
              </a:extLst>
            </p:cNvPr>
            <p:cNvCxnSpPr/>
            <p:nvPr/>
          </p:nvCxnSpPr>
          <p:spPr>
            <a:xfrm flipV="1">
              <a:off x="7960895" y="5962864"/>
              <a:ext cx="0" cy="4379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D41D2ED-FC4C-39E1-94C1-A51878B3F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0895" y="6385460"/>
              <a:ext cx="502920" cy="113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80563B3-D150-9D11-888C-11C575056E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2506" y="6086970"/>
              <a:ext cx="446895" cy="29849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110EA6-1739-C39F-5BC6-D158E9CAC02D}"/>
                </a:ext>
              </a:extLst>
            </p:cNvPr>
            <p:cNvSpPr txBox="1"/>
            <p:nvPr/>
          </p:nvSpPr>
          <p:spPr>
            <a:xfrm>
              <a:off x="7658378" y="5826653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8C4F9E9-7477-49E8-AE90-A6C67024CB6A}"/>
                </a:ext>
              </a:extLst>
            </p:cNvPr>
            <p:cNvSpPr txBox="1"/>
            <p:nvPr/>
          </p:nvSpPr>
          <p:spPr>
            <a:xfrm>
              <a:off x="8353034" y="5961465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018EE50-5AB8-0D26-9E68-B887540DEA42}"/>
                </a:ext>
              </a:extLst>
            </p:cNvPr>
            <p:cNvSpPr txBox="1"/>
            <p:nvPr/>
          </p:nvSpPr>
          <p:spPr>
            <a:xfrm>
              <a:off x="8371530" y="6290540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1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DB43774-79DD-7F81-7EDD-C2A8773CCEFE}"/>
              </a:ext>
            </a:extLst>
          </p:cNvPr>
          <p:cNvSpPr txBox="1"/>
          <p:nvPr/>
        </p:nvSpPr>
        <p:spPr>
          <a:xfrm>
            <a:off x="2415341" y="311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5ED9C1-DD64-34B2-871E-10B0E63EB2CD}"/>
              </a:ext>
            </a:extLst>
          </p:cNvPr>
          <p:cNvSpPr txBox="1"/>
          <p:nvPr/>
        </p:nvSpPr>
        <p:spPr>
          <a:xfrm>
            <a:off x="2414006" y="12820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9E16D3-5B3C-17C1-ADEC-6BF59C5A11A1}"/>
              </a:ext>
            </a:extLst>
          </p:cNvPr>
          <p:cNvSpPr txBox="1"/>
          <p:nvPr/>
        </p:nvSpPr>
        <p:spPr>
          <a:xfrm>
            <a:off x="3436016" y="27359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73711E-5B9E-36B9-1239-458777DC4A25}"/>
              </a:ext>
            </a:extLst>
          </p:cNvPr>
          <p:cNvSpPr txBox="1"/>
          <p:nvPr/>
        </p:nvSpPr>
        <p:spPr>
          <a:xfrm>
            <a:off x="3434123" y="9090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CAF6B1-73A2-E82E-05C8-AF36847E6C73}"/>
              </a:ext>
            </a:extLst>
          </p:cNvPr>
          <p:cNvSpPr txBox="1"/>
          <p:nvPr/>
        </p:nvSpPr>
        <p:spPr>
          <a:xfrm>
            <a:off x="5211221" y="8944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763337-8FF8-471D-81E2-0A0D10D198BE}"/>
              </a:ext>
            </a:extLst>
          </p:cNvPr>
          <p:cNvSpPr txBox="1"/>
          <p:nvPr/>
        </p:nvSpPr>
        <p:spPr>
          <a:xfrm>
            <a:off x="4149440" y="13255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C20392-C11F-F340-B7F7-99A82338EE7C}"/>
              </a:ext>
            </a:extLst>
          </p:cNvPr>
          <p:cNvSpPr txBox="1"/>
          <p:nvPr/>
        </p:nvSpPr>
        <p:spPr>
          <a:xfrm>
            <a:off x="4241802" y="31313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66D769-02FC-E630-F846-214A1195DD47}"/>
              </a:ext>
            </a:extLst>
          </p:cNvPr>
          <p:cNvSpPr txBox="1"/>
          <p:nvPr/>
        </p:nvSpPr>
        <p:spPr>
          <a:xfrm>
            <a:off x="5246154" y="27172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6360A6-5FA3-D7F3-DA7A-66F10F3F0D4F}"/>
              </a:ext>
            </a:extLst>
          </p:cNvPr>
          <p:cNvSpPr/>
          <p:nvPr/>
        </p:nvSpPr>
        <p:spPr>
          <a:xfrm>
            <a:off x="4272429" y="1261339"/>
            <a:ext cx="1011110" cy="2204616"/>
          </a:xfrm>
          <a:custGeom>
            <a:avLst/>
            <a:gdLst>
              <a:gd name="connsiteX0" fmla="*/ 24063 w 974558"/>
              <a:gd name="connsiteY0" fmla="*/ 409074 h 2237874"/>
              <a:gd name="connsiteX1" fmla="*/ 0 w 974558"/>
              <a:gd name="connsiteY1" fmla="*/ 2237874 h 2237874"/>
              <a:gd name="connsiteX2" fmla="*/ 962526 w 974558"/>
              <a:gd name="connsiteY2" fmla="*/ 1840832 h 2237874"/>
              <a:gd name="connsiteX3" fmla="*/ 974558 w 974558"/>
              <a:gd name="connsiteY3" fmla="*/ 0 h 2237874"/>
              <a:gd name="connsiteX4" fmla="*/ 24063 w 974558"/>
              <a:gd name="connsiteY4" fmla="*/ 409074 h 2237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4558" h="2237874">
                <a:moveTo>
                  <a:pt x="24063" y="409074"/>
                </a:moveTo>
                <a:lnTo>
                  <a:pt x="0" y="2237874"/>
                </a:lnTo>
                <a:lnTo>
                  <a:pt x="962526" y="1840832"/>
                </a:lnTo>
                <a:cubicBezTo>
                  <a:pt x="966537" y="1227221"/>
                  <a:pt x="970547" y="613611"/>
                  <a:pt x="974558" y="0"/>
                </a:cubicBezTo>
                <a:lnTo>
                  <a:pt x="24063" y="409074"/>
                </a:lnTo>
                <a:close/>
              </a:path>
            </a:pathLst>
          </a:custGeom>
          <a:solidFill>
            <a:srgbClr val="C0504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38A3FE-75A4-FEC7-9C77-B4A4C8FA3E5C}"/>
              </a:ext>
            </a:extLst>
          </p:cNvPr>
          <p:cNvGrpSpPr/>
          <p:nvPr/>
        </p:nvGrpSpPr>
        <p:grpSpPr>
          <a:xfrm>
            <a:off x="2390462" y="3906599"/>
            <a:ext cx="1826784" cy="2275526"/>
            <a:chOff x="3593752" y="4325084"/>
            <a:chExt cx="1826784" cy="227552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785453-67E5-9047-4766-A760CDDD8E61}"/>
                </a:ext>
              </a:extLst>
            </p:cNvPr>
            <p:cNvSpPr txBox="1"/>
            <p:nvPr/>
          </p:nvSpPr>
          <p:spPr>
            <a:xfrm>
              <a:off x="3998289" y="4325084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1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C531A8C-4071-B4AC-1C27-5A793E5AE7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7261" y="4632861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8A6CD60-8BE3-8979-5480-D81536978417}"/>
                </a:ext>
              </a:extLst>
            </p:cNvPr>
            <p:cNvCxnSpPr>
              <a:cxnSpLocks/>
            </p:cNvCxnSpPr>
            <p:nvPr/>
          </p:nvCxnSpPr>
          <p:spPr>
            <a:xfrm>
              <a:off x="4155444" y="4632861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5B3279-BB93-1378-D548-970DEA412F0C}"/>
                </a:ext>
              </a:extLst>
            </p:cNvPr>
            <p:cNvSpPr txBox="1"/>
            <p:nvPr/>
          </p:nvSpPr>
          <p:spPr>
            <a:xfrm>
              <a:off x="3657174" y="461124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A1807BC-3829-C166-C338-575523A9D86D}"/>
                </a:ext>
              </a:extLst>
            </p:cNvPr>
            <p:cNvSpPr txBox="1"/>
            <p:nvPr/>
          </p:nvSpPr>
          <p:spPr>
            <a:xfrm>
              <a:off x="3593752" y="493151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1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AB72817-D108-FA10-10D8-5E9054005EC2}"/>
                </a:ext>
              </a:extLst>
            </p:cNvPr>
            <p:cNvSpPr txBox="1"/>
            <p:nvPr/>
          </p:nvSpPr>
          <p:spPr>
            <a:xfrm>
              <a:off x="4315296" y="460638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DD9FA8C-EDFD-599E-47CC-F4B17BF95CA5}"/>
                </a:ext>
              </a:extLst>
            </p:cNvPr>
            <p:cNvSpPr txBox="1"/>
            <p:nvPr/>
          </p:nvSpPr>
          <p:spPr>
            <a:xfrm>
              <a:off x="4339215" y="4994342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2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095B921-B3F4-078D-EF61-D54110E8E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0328" y="5302119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CA8B32-CD17-E2A1-C0EA-7F1B679BDF47}"/>
                </a:ext>
              </a:extLst>
            </p:cNvPr>
            <p:cNvCxnSpPr>
              <a:cxnSpLocks/>
            </p:cNvCxnSpPr>
            <p:nvPr/>
          </p:nvCxnSpPr>
          <p:spPr>
            <a:xfrm>
              <a:off x="4508511" y="5302119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16C9D94-D881-43E5-E020-16F979894249}"/>
                </a:ext>
              </a:extLst>
            </p:cNvPr>
            <p:cNvSpPr txBox="1"/>
            <p:nvPr/>
          </p:nvSpPr>
          <p:spPr>
            <a:xfrm>
              <a:off x="4010242" y="52805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4455E54-FA37-37E6-BD14-E8C52DBAFA4E}"/>
                </a:ext>
              </a:extLst>
            </p:cNvPr>
            <p:cNvSpPr txBox="1"/>
            <p:nvPr/>
          </p:nvSpPr>
          <p:spPr>
            <a:xfrm>
              <a:off x="4668363" y="5275638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20855DB-49E4-6F52-5CAF-29CE13C185F5}"/>
                </a:ext>
              </a:extLst>
            </p:cNvPr>
            <p:cNvSpPr txBox="1"/>
            <p:nvPr/>
          </p:nvSpPr>
          <p:spPr>
            <a:xfrm>
              <a:off x="3892806" y="561217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0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9F783D1-A25E-EA1B-C4DA-7B8FD3CF3CFB}"/>
                </a:ext>
              </a:extLst>
            </p:cNvPr>
            <p:cNvSpPr txBox="1"/>
            <p:nvPr/>
          </p:nvSpPr>
          <p:spPr>
            <a:xfrm>
              <a:off x="4672085" y="5675001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3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8E5012-FA5C-D2AA-D9E0-64314731EB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5230" y="5982778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C172D2D-EB9D-701E-6825-B13C05338930}"/>
                </a:ext>
              </a:extLst>
            </p:cNvPr>
            <p:cNvCxnSpPr>
              <a:cxnSpLocks/>
            </p:cNvCxnSpPr>
            <p:nvPr/>
          </p:nvCxnSpPr>
          <p:spPr>
            <a:xfrm>
              <a:off x="4853413" y="5982778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6A8A21C-31D1-E624-33E5-74C23A96F531}"/>
                </a:ext>
              </a:extLst>
            </p:cNvPr>
            <p:cNvSpPr txBox="1"/>
            <p:nvPr/>
          </p:nvSpPr>
          <p:spPr>
            <a:xfrm>
              <a:off x="4355144" y="596115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1D44E3E-648F-05F9-A0F8-E44EB9E5759F}"/>
                </a:ext>
              </a:extLst>
            </p:cNvPr>
            <p:cNvSpPr txBox="1"/>
            <p:nvPr/>
          </p:nvSpPr>
          <p:spPr>
            <a:xfrm>
              <a:off x="5013265" y="595629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F98FC46-A2E2-2B10-AEB2-8C62BD96C279}"/>
                </a:ext>
              </a:extLst>
            </p:cNvPr>
            <p:cNvSpPr txBox="1"/>
            <p:nvPr/>
          </p:nvSpPr>
          <p:spPr>
            <a:xfrm>
              <a:off x="4249740" y="629283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A3D4200-A871-AF58-0F47-A60F6EBEE584}"/>
                </a:ext>
              </a:extLst>
            </p:cNvPr>
            <p:cNvSpPr txBox="1"/>
            <p:nvPr/>
          </p:nvSpPr>
          <p:spPr>
            <a:xfrm>
              <a:off x="5144498" y="628877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1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1ADBC7F-7D93-2E74-D538-07A0CDE4BDD7}"/>
              </a:ext>
            </a:extLst>
          </p:cNvPr>
          <p:cNvGrpSpPr/>
          <p:nvPr/>
        </p:nvGrpSpPr>
        <p:grpSpPr>
          <a:xfrm>
            <a:off x="3659834" y="3903067"/>
            <a:ext cx="1826784" cy="2275526"/>
            <a:chOff x="5790039" y="4325084"/>
            <a:chExt cx="1826784" cy="2275526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5D0858C-B286-B5D1-A271-25CEA4FC162C}"/>
                </a:ext>
              </a:extLst>
            </p:cNvPr>
            <p:cNvSpPr txBox="1"/>
            <p:nvPr/>
          </p:nvSpPr>
          <p:spPr>
            <a:xfrm>
              <a:off x="6194576" y="4325084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1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02EAE8B-97A6-8AFD-A597-9515AC8C04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548" y="4632861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13EAE75-8645-52C0-F952-65DB9AA54432}"/>
                </a:ext>
              </a:extLst>
            </p:cNvPr>
            <p:cNvCxnSpPr>
              <a:cxnSpLocks/>
            </p:cNvCxnSpPr>
            <p:nvPr/>
          </p:nvCxnSpPr>
          <p:spPr>
            <a:xfrm>
              <a:off x="6351731" y="4632861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4AFBCBF-8F5B-C282-6C9D-E664E612EEED}"/>
                </a:ext>
              </a:extLst>
            </p:cNvPr>
            <p:cNvSpPr txBox="1"/>
            <p:nvPr/>
          </p:nvSpPr>
          <p:spPr>
            <a:xfrm>
              <a:off x="5853461" y="461124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A3DD553-A3C9-1142-A9F4-113A85CE7354}"/>
                </a:ext>
              </a:extLst>
            </p:cNvPr>
            <p:cNvSpPr txBox="1"/>
            <p:nvPr/>
          </p:nvSpPr>
          <p:spPr>
            <a:xfrm>
              <a:off x="5790039" y="493151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1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359D4E0-29BC-F750-81E3-7F3C64840D5A}"/>
                </a:ext>
              </a:extLst>
            </p:cNvPr>
            <p:cNvSpPr txBox="1"/>
            <p:nvPr/>
          </p:nvSpPr>
          <p:spPr>
            <a:xfrm>
              <a:off x="6511583" y="460638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A9F175E-7F96-3F0E-47CF-5E72D05B7CDA}"/>
                </a:ext>
              </a:extLst>
            </p:cNvPr>
            <p:cNvSpPr txBox="1"/>
            <p:nvPr/>
          </p:nvSpPr>
          <p:spPr>
            <a:xfrm>
              <a:off x="6535502" y="4994342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3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1F0AE6F-22D9-126D-5FCA-26833C37C3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6615" y="5302119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EC5D77C-78B9-B124-7F99-3671328AF022}"/>
                </a:ext>
              </a:extLst>
            </p:cNvPr>
            <p:cNvCxnSpPr>
              <a:cxnSpLocks/>
            </p:cNvCxnSpPr>
            <p:nvPr/>
          </p:nvCxnSpPr>
          <p:spPr>
            <a:xfrm>
              <a:off x="6704798" y="5302119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6AD020E-EA59-83BE-D4EA-723501763420}"/>
                </a:ext>
              </a:extLst>
            </p:cNvPr>
            <p:cNvSpPr txBox="1"/>
            <p:nvPr/>
          </p:nvSpPr>
          <p:spPr>
            <a:xfrm>
              <a:off x="6206529" y="52805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8CA9CEE-2693-0508-748F-4DB9B870F328}"/>
                </a:ext>
              </a:extLst>
            </p:cNvPr>
            <p:cNvSpPr txBox="1"/>
            <p:nvPr/>
          </p:nvSpPr>
          <p:spPr>
            <a:xfrm>
              <a:off x="6864650" y="5275638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7BC151D-9772-8827-5F54-A350690440C0}"/>
                </a:ext>
              </a:extLst>
            </p:cNvPr>
            <p:cNvSpPr txBox="1"/>
            <p:nvPr/>
          </p:nvSpPr>
          <p:spPr>
            <a:xfrm>
              <a:off x="6089093" y="561217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0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F692AB2-C69E-97E1-314B-B4E6CE64DB1A}"/>
                </a:ext>
              </a:extLst>
            </p:cNvPr>
            <p:cNvSpPr txBox="1"/>
            <p:nvPr/>
          </p:nvSpPr>
          <p:spPr>
            <a:xfrm>
              <a:off x="6868372" y="5675001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2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A5901BA-2E1E-A9B6-C303-2F5CBFBC8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1517" y="5982778"/>
              <a:ext cx="388183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19B044C-73A5-B6F2-974F-D85D6A2A8E54}"/>
                </a:ext>
              </a:extLst>
            </p:cNvPr>
            <p:cNvCxnSpPr>
              <a:cxnSpLocks/>
            </p:cNvCxnSpPr>
            <p:nvPr/>
          </p:nvCxnSpPr>
          <p:spPr>
            <a:xfrm>
              <a:off x="7049700" y="5982778"/>
              <a:ext cx="345736" cy="36067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E04D61E-1A00-9F38-3DEE-D900B567F595}"/>
                </a:ext>
              </a:extLst>
            </p:cNvPr>
            <p:cNvSpPr txBox="1"/>
            <p:nvPr/>
          </p:nvSpPr>
          <p:spPr>
            <a:xfrm>
              <a:off x="6551431" y="596115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FC65CF5-6C25-2A53-ADFB-B4B63DBE8DEA}"/>
                </a:ext>
              </a:extLst>
            </p:cNvPr>
            <p:cNvSpPr txBox="1"/>
            <p:nvPr/>
          </p:nvSpPr>
          <p:spPr>
            <a:xfrm>
              <a:off x="7209552" y="595629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DD7BB21-CB1F-B5C8-B314-6CE155397C5B}"/>
                </a:ext>
              </a:extLst>
            </p:cNvPr>
            <p:cNvSpPr txBox="1"/>
            <p:nvPr/>
          </p:nvSpPr>
          <p:spPr>
            <a:xfrm>
              <a:off x="6446027" y="629283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E34F1A8-9745-02A5-09FF-8034D224527A}"/>
                </a:ext>
              </a:extLst>
            </p:cNvPr>
            <p:cNvSpPr txBox="1"/>
            <p:nvPr/>
          </p:nvSpPr>
          <p:spPr>
            <a:xfrm>
              <a:off x="7340785" y="628877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0</a:t>
              </a:r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CCD032F5-DF11-3110-8F13-F79C08A3CDBE}"/>
              </a:ext>
            </a:extLst>
          </p:cNvPr>
          <p:cNvSpPr/>
          <p:nvPr/>
        </p:nvSpPr>
        <p:spPr>
          <a:xfrm>
            <a:off x="2453884" y="3800133"/>
            <a:ext cx="3183345" cy="696349"/>
          </a:xfrm>
          <a:prstGeom prst="rect">
            <a:avLst/>
          </a:prstGeom>
          <a:solidFill>
            <a:srgbClr val="82E6A7">
              <a:alpha val="149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layer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85EDA7C-0009-7150-009E-652AAC1ABE09}"/>
              </a:ext>
            </a:extLst>
          </p:cNvPr>
          <p:cNvSpPr/>
          <p:nvPr/>
        </p:nvSpPr>
        <p:spPr>
          <a:xfrm>
            <a:off x="2453884" y="4496993"/>
            <a:ext cx="3183345" cy="1757258"/>
          </a:xfrm>
          <a:prstGeom prst="rect">
            <a:avLst/>
          </a:prstGeom>
          <a:solidFill>
            <a:srgbClr val="F7D9FF">
              <a:alpha val="14902"/>
            </a:srgbClr>
          </a:solidFill>
          <a:ln>
            <a:solidFill>
              <a:srgbClr val="F7D9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nd</a:t>
            </a:r>
            <a:r>
              <a:rPr lang="en-US" dirty="0">
                <a:solidFill>
                  <a:schemeClr val="tx1"/>
                </a:solidFill>
              </a:rPr>
              <a:t> layer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278EFF8E-336D-1E25-33B7-6C14863157EE}"/>
              </a:ext>
            </a:extLst>
          </p:cNvPr>
          <p:cNvGraphicFramePr>
            <a:graphicFrameLocks noGrp="1"/>
          </p:cNvGraphicFramePr>
          <p:nvPr/>
        </p:nvGraphicFramePr>
        <p:xfrm>
          <a:off x="495178" y="765495"/>
          <a:ext cx="1491948" cy="32932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987">
                  <a:extLst>
                    <a:ext uri="{9D8B030D-6E8A-4147-A177-3AD203B41FA5}">
                      <a16:colId xmlns:a16="http://schemas.microsoft.com/office/drawing/2014/main" val="4287596752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1045154105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4256467903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2633675735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2950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37396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96402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872935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136986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91654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93031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938299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359945"/>
                  </a:ext>
                </a:extLst>
              </a:tr>
            </a:tbl>
          </a:graphicData>
        </a:graphic>
      </p:graphicFrame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AEAC026A-3BFB-9E04-30DA-8628E252FCEA}"/>
              </a:ext>
            </a:extLst>
          </p:cNvPr>
          <p:cNvGraphicFramePr>
            <a:graphicFrameLocks noGrp="1"/>
          </p:cNvGraphicFramePr>
          <p:nvPr/>
        </p:nvGraphicFramePr>
        <p:xfrm>
          <a:off x="495178" y="4405392"/>
          <a:ext cx="1491948" cy="18295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987">
                  <a:extLst>
                    <a:ext uri="{9D8B030D-6E8A-4147-A177-3AD203B41FA5}">
                      <a16:colId xmlns:a16="http://schemas.microsoft.com/office/drawing/2014/main" val="4287596752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1045154105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4256467903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2633675735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2950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37396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96402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872935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136986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EF6A85DA-E965-3293-EE7C-A475521943CC}"/>
              </a:ext>
            </a:extLst>
          </p:cNvPr>
          <p:cNvSpPr txBox="1"/>
          <p:nvPr/>
        </p:nvSpPr>
        <p:spPr>
          <a:xfrm>
            <a:off x="177462" y="70979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1E7031E-0FC8-28FE-1898-CC967A0D1A5F}"/>
              </a:ext>
            </a:extLst>
          </p:cNvPr>
          <p:cNvSpPr txBox="1"/>
          <p:nvPr/>
        </p:nvSpPr>
        <p:spPr>
          <a:xfrm>
            <a:off x="2145984" y="7266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CBC28C2-91E8-C2D0-0133-7B974ED33B15}"/>
              </a:ext>
            </a:extLst>
          </p:cNvPr>
          <p:cNvSpPr txBox="1"/>
          <p:nvPr/>
        </p:nvSpPr>
        <p:spPr>
          <a:xfrm>
            <a:off x="177462" y="436620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8288343-48C2-58D6-B175-928674AF2333}"/>
              </a:ext>
            </a:extLst>
          </p:cNvPr>
          <p:cNvSpPr txBox="1"/>
          <p:nvPr/>
        </p:nvSpPr>
        <p:spPr>
          <a:xfrm>
            <a:off x="2141976" y="37909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432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1F5D-B9D0-6605-5351-E3CA4B871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D0B554B3-C625-1D33-B105-D841E81E6DC9}"/>
              </a:ext>
            </a:extLst>
          </p:cNvPr>
          <p:cNvSpPr txBox="1"/>
          <p:nvPr/>
        </p:nvSpPr>
        <p:spPr>
          <a:xfrm>
            <a:off x="6297265" y="587370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1,0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283C439-0B4E-8505-0D7E-22237C489E73}"/>
              </a:ext>
            </a:extLst>
          </p:cNvPr>
          <p:cNvSpPr txBox="1"/>
          <p:nvPr/>
        </p:nvSpPr>
        <p:spPr>
          <a:xfrm>
            <a:off x="4757170" y="4330956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449B997-6636-D333-8BEC-4C64AA4A43E1}"/>
              </a:ext>
            </a:extLst>
          </p:cNvPr>
          <p:cNvSpPr txBox="1"/>
          <p:nvPr/>
        </p:nvSpPr>
        <p:spPr>
          <a:xfrm>
            <a:off x="6297265" y="43309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1,1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5B5DA81-E749-E407-C9F7-9CE9615E5A89}"/>
              </a:ext>
            </a:extLst>
          </p:cNvPr>
          <p:cNvSpPr txBox="1"/>
          <p:nvPr/>
        </p:nvSpPr>
        <p:spPr>
          <a:xfrm>
            <a:off x="4774220" y="5893467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0,0</a:t>
            </a:r>
          </a:p>
        </p:txBody>
      </p:sp>
      <p:sp>
        <p:nvSpPr>
          <p:cNvPr id="109" name="Frame 108">
            <a:extLst>
              <a:ext uri="{FF2B5EF4-FFF2-40B4-BE49-F238E27FC236}">
                <a16:creationId xmlns:a16="http://schemas.microsoft.com/office/drawing/2014/main" id="{24DA090F-1EF3-1478-9E36-80F3EA7455F3}"/>
              </a:ext>
            </a:extLst>
          </p:cNvPr>
          <p:cNvSpPr/>
          <p:nvPr/>
        </p:nvSpPr>
        <p:spPr>
          <a:xfrm>
            <a:off x="4759454" y="4646764"/>
            <a:ext cx="1554480" cy="1554480"/>
          </a:xfrm>
          <a:prstGeom prst="frame">
            <a:avLst>
              <a:gd name="adj1" fmla="val 49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F52F7CE-642A-4E25-EBE0-97A853129A60}"/>
              </a:ext>
            </a:extLst>
          </p:cNvPr>
          <p:cNvSpPr/>
          <p:nvPr/>
        </p:nvSpPr>
        <p:spPr>
          <a:xfrm>
            <a:off x="4681730" y="6104338"/>
            <a:ext cx="155448" cy="15544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0CB4F1E-6514-C09B-8E04-07AE6E29ED40}"/>
              </a:ext>
            </a:extLst>
          </p:cNvPr>
          <p:cNvSpPr/>
          <p:nvPr/>
        </p:nvSpPr>
        <p:spPr>
          <a:xfrm>
            <a:off x="6226542" y="6123520"/>
            <a:ext cx="155448" cy="15544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5C3B2F3-3939-581A-B271-40E1F4318FD7}"/>
              </a:ext>
            </a:extLst>
          </p:cNvPr>
          <p:cNvSpPr/>
          <p:nvPr/>
        </p:nvSpPr>
        <p:spPr>
          <a:xfrm>
            <a:off x="6226542" y="4568059"/>
            <a:ext cx="155448" cy="15544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8DA743F-07FF-74A7-B8A8-F5B45AE56532}"/>
              </a:ext>
            </a:extLst>
          </p:cNvPr>
          <p:cNvSpPr/>
          <p:nvPr/>
        </p:nvSpPr>
        <p:spPr>
          <a:xfrm>
            <a:off x="4696496" y="4572162"/>
            <a:ext cx="155448" cy="15544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4" name="Table 113">
            <a:extLst>
              <a:ext uri="{FF2B5EF4-FFF2-40B4-BE49-F238E27FC236}">
                <a16:creationId xmlns:a16="http://schemas.microsoft.com/office/drawing/2014/main" id="{541CBDF0-39BF-D167-D3E2-87A1F0359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82855"/>
              </p:ext>
            </p:extLst>
          </p:nvPr>
        </p:nvGraphicFramePr>
        <p:xfrm>
          <a:off x="945474" y="4449373"/>
          <a:ext cx="2889158" cy="18295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0408">
                  <a:extLst>
                    <a:ext uri="{9D8B030D-6E8A-4147-A177-3AD203B41FA5}">
                      <a16:colId xmlns:a16="http://schemas.microsoft.com/office/drawing/2014/main" val="4287596752"/>
                    </a:ext>
                  </a:extLst>
                </a:gridCol>
                <a:gridCol w="612742">
                  <a:extLst>
                    <a:ext uri="{9D8B030D-6E8A-4147-A177-3AD203B41FA5}">
                      <a16:colId xmlns:a16="http://schemas.microsoft.com/office/drawing/2014/main" val="1045154105"/>
                    </a:ext>
                  </a:extLst>
                </a:gridCol>
                <a:gridCol w="820132">
                  <a:extLst>
                    <a:ext uri="{9D8B030D-6E8A-4147-A177-3AD203B41FA5}">
                      <a16:colId xmlns:a16="http://schemas.microsoft.com/office/drawing/2014/main" val="4256467903"/>
                    </a:ext>
                  </a:extLst>
                </a:gridCol>
                <a:gridCol w="835876">
                  <a:extLst>
                    <a:ext uri="{9D8B030D-6E8A-4147-A177-3AD203B41FA5}">
                      <a16:colId xmlns:a16="http://schemas.microsoft.com/office/drawing/2014/main" val="2633675735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x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(t+1)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(t+1)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2950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37396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96402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872935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136986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D9C64C1B-1308-8EB0-8FD8-3C6FE3C8790E}"/>
              </a:ext>
            </a:extLst>
          </p:cNvPr>
          <p:cNvSpPr txBox="1"/>
          <p:nvPr/>
        </p:nvSpPr>
        <p:spPr>
          <a:xfrm>
            <a:off x="3962700" y="4661425"/>
            <a:ext cx="3626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C79B621-31BD-BB6E-BCC8-49423A3B925D}"/>
              </a:ext>
            </a:extLst>
          </p:cNvPr>
          <p:cNvSpPr txBox="1"/>
          <p:nvPr/>
        </p:nvSpPr>
        <p:spPr>
          <a:xfrm>
            <a:off x="3962700" y="5809742"/>
            <a:ext cx="3626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A44D94B-329A-B23A-7545-CC7579D72ED0}"/>
              </a:ext>
            </a:extLst>
          </p:cNvPr>
          <p:cNvCxnSpPr>
            <a:cxnSpLocks/>
          </p:cNvCxnSpPr>
          <p:nvPr/>
        </p:nvCxnSpPr>
        <p:spPr>
          <a:xfrm flipH="1">
            <a:off x="4027040" y="5030757"/>
            <a:ext cx="0" cy="778985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BB7EA4A-CE3E-00B7-8EE3-50C831F62617}"/>
              </a:ext>
            </a:extLst>
          </p:cNvPr>
          <p:cNvCxnSpPr>
            <a:cxnSpLocks/>
          </p:cNvCxnSpPr>
          <p:nvPr/>
        </p:nvCxnSpPr>
        <p:spPr>
          <a:xfrm flipH="1" flipV="1">
            <a:off x="4256868" y="5030757"/>
            <a:ext cx="2564" cy="778985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Curved Connector 123">
            <a:extLst>
              <a:ext uri="{FF2B5EF4-FFF2-40B4-BE49-F238E27FC236}">
                <a16:creationId xmlns:a16="http://schemas.microsoft.com/office/drawing/2014/main" id="{D7AD9EFC-52BA-8849-FEDE-3FAC0B41B456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21536" y="4678171"/>
            <a:ext cx="1473634" cy="1452322"/>
          </a:xfrm>
          <a:prstGeom prst="curvedConnector2">
            <a:avLst/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C8CEFC69-1358-0AEA-FEE7-0D3A39D305C0}"/>
              </a:ext>
            </a:extLst>
          </p:cNvPr>
          <p:cNvCxnSpPr>
            <a:cxnSpLocks/>
            <a:stCxn id="113" idx="4"/>
            <a:endCxn id="111" idx="2"/>
          </p:cNvCxnSpPr>
          <p:nvPr/>
        </p:nvCxnSpPr>
        <p:spPr>
          <a:xfrm rot="16200000" flipH="1">
            <a:off x="4763564" y="4738266"/>
            <a:ext cx="1473634" cy="1452322"/>
          </a:xfrm>
          <a:prstGeom prst="curvedConnector2">
            <a:avLst/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urved Connector 128">
            <a:extLst>
              <a:ext uri="{FF2B5EF4-FFF2-40B4-BE49-F238E27FC236}">
                <a16:creationId xmlns:a16="http://schemas.microsoft.com/office/drawing/2014/main" id="{20ACBA45-A367-52C9-D464-CEDD7CA3AC71}"/>
              </a:ext>
            </a:extLst>
          </p:cNvPr>
          <p:cNvCxnSpPr>
            <a:cxnSpLocks/>
            <a:stCxn id="110" idx="0"/>
            <a:endCxn id="110" idx="3"/>
          </p:cNvCxnSpPr>
          <p:nvPr/>
        </p:nvCxnSpPr>
        <p:spPr>
          <a:xfrm rot="16200000" flipH="1" flipV="1">
            <a:off x="4665633" y="6143199"/>
            <a:ext cx="132683" cy="54959"/>
          </a:xfrm>
          <a:prstGeom prst="curvedConnector5">
            <a:avLst>
              <a:gd name="adj1" fmla="val -67165"/>
              <a:gd name="adj2" fmla="val 557368"/>
              <a:gd name="adj3" fmla="val 155483"/>
            </a:avLst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urved Connector 135">
            <a:extLst>
              <a:ext uri="{FF2B5EF4-FFF2-40B4-BE49-F238E27FC236}">
                <a16:creationId xmlns:a16="http://schemas.microsoft.com/office/drawing/2014/main" id="{135307FC-B567-EAD0-633C-7A9EAA2F8DE5}"/>
              </a:ext>
            </a:extLst>
          </p:cNvPr>
          <p:cNvCxnSpPr>
            <a:cxnSpLocks/>
            <a:stCxn id="112" idx="4"/>
            <a:endCxn id="112" idx="6"/>
          </p:cNvCxnSpPr>
          <p:nvPr/>
        </p:nvCxnSpPr>
        <p:spPr>
          <a:xfrm rot="5400000" flipH="1" flipV="1">
            <a:off x="6304266" y="4645783"/>
            <a:ext cx="77724" cy="77724"/>
          </a:xfrm>
          <a:prstGeom prst="curvedConnector4">
            <a:avLst>
              <a:gd name="adj1" fmla="val -234297"/>
              <a:gd name="adj2" fmla="val 433997"/>
            </a:avLst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6A65CF6B-C12D-2EA0-3D74-B9457195B154}"/>
              </a:ext>
            </a:extLst>
          </p:cNvPr>
          <p:cNvSpPr txBox="1"/>
          <p:nvPr/>
        </p:nvSpPr>
        <p:spPr>
          <a:xfrm>
            <a:off x="8660578" y="587370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1,0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5F486521-CF38-DD5F-4E4D-9CA3A820B21A}"/>
              </a:ext>
            </a:extLst>
          </p:cNvPr>
          <p:cNvSpPr txBox="1"/>
          <p:nvPr/>
        </p:nvSpPr>
        <p:spPr>
          <a:xfrm>
            <a:off x="7120483" y="4330956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0,1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28BCEBB-A18A-9CE0-FC93-7355345C6342}"/>
              </a:ext>
            </a:extLst>
          </p:cNvPr>
          <p:cNvSpPr txBox="1"/>
          <p:nvPr/>
        </p:nvSpPr>
        <p:spPr>
          <a:xfrm>
            <a:off x="8660578" y="43309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1,1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3213689-064B-EE3A-1F15-EF5D806D826E}"/>
              </a:ext>
            </a:extLst>
          </p:cNvPr>
          <p:cNvSpPr txBox="1"/>
          <p:nvPr/>
        </p:nvSpPr>
        <p:spPr>
          <a:xfrm>
            <a:off x="7137533" y="5893467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0,0</a:t>
            </a:r>
          </a:p>
        </p:txBody>
      </p:sp>
      <p:sp>
        <p:nvSpPr>
          <p:cNvPr id="190" name="Frame 189">
            <a:extLst>
              <a:ext uri="{FF2B5EF4-FFF2-40B4-BE49-F238E27FC236}">
                <a16:creationId xmlns:a16="http://schemas.microsoft.com/office/drawing/2014/main" id="{2070CE79-A776-D788-A0D5-01F6CF393B83}"/>
              </a:ext>
            </a:extLst>
          </p:cNvPr>
          <p:cNvSpPr/>
          <p:nvPr/>
        </p:nvSpPr>
        <p:spPr>
          <a:xfrm>
            <a:off x="7122767" y="4646764"/>
            <a:ext cx="1554480" cy="1554480"/>
          </a:xfrm>
          <a:prstGeom prst="frame">
            <a:avLst>
              <a:gd name="adj1" fmla="val 49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C798B454-7736-07D3-55E7-DE8D3D963079}"/>
              </a:ext>
            </a:extLst>
          </p:cNvPr>
          <p:cNvSpPr/>
          <p:nvPr/>
        </p:nvSpPr>
        <p:spPr>
          <a:xfrm>
            <a:off x="7045043" y="6104338"/>
            <a:ext cx="155448" cy="15544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B00DF7B0-6180-3F20-3A0E-A97EB129A3E6}"/>
              </a:ext>
            </a:extLst>
          </p:cNvPr>
          <p:cNvSpPr/>
          <p:nvPr/>
        </p:nvSpPr>
        <p:spPr>
          <a:xfrm>
            <a:off x="8589855" y="6123520"/>
            <a:ext cx="155448" cy="15544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BDCC54ED-9D28-7ED7-0D9D-78ACA48CA3BB}"/>
              </a:ext>
            </a:extLst>
          </p:cNvPr>
          <p:cNvSpPr/>
          <p:nvPr/>
        </p:nvSpPr>
        <p:spPr>
          <a:xfrm>
            <a:off x="8589855" y="4568059"/>
            <a:ext cx="155448" cy="15544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405F520A-F134-8943-079C-B155C7D275D9}"/>
              </a:ext>
            </a:extLst>
          </p:cNvPr>
          <p:cNvSpPr/>
          <p:nvPr/>
        </p:nvSpPr>
        <p:spPr>
          <a:xfrm>
            <a:off x="7059809" y="4572162"/>
            <a:ext cx="155448" cy="15544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" name="Curved Connector 196">
            <a:extLst>
              <a:ext uri="{FF2B5EF4-FFF2-40B4-BE49-F238E27FC236}">
                <a16:creationId xmlns:a16="http://schemas.microsoft.com/office/drawing/2014/main" id="{ECC35FB0-FE45-1759-8325-D7E31F1EDAAE}"/>
              </a:ext>
            </a:extLst>
          </p:cNvPr>
          <p:cNvCxnSpPr>
            <a:cxnSpLocks/>
            <a:stCxn id="191" idx="0"/>
            <a:endCxn id="191" idx="3"/>
          </p:cNvCxnSpPr>
          <p:nvPr/>
        </p:nvCxnSpPr>
        <p:spPr>
          <a:xfrm rot="16200000" flipH="1" flipV="1">
            <a:off x="7028946" y="6143199"/>
            <a:ext cx="132683" cy="54959"/>
          </a:xfrm>
          <a:prstGeom prst="curvedConnector5">
            <a:avLst>
              <a:gd name="adj1" fmla="val -67165"/>
              <a:gd name="adj2" fmla="val 557368"/>
              <a:gd name="adj3" fmla="val 155483"/>
            </a:avLst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urved Connector 197">
            <a:extLst>
              <a:ext uri="{FF2B5EF4-FFF2-40B4-BE49-F238E27FC236}">
                <a16:creationId xmlns:a16="http://schemas.microsoft.com/office/drawing/2014/main" id="{7F23B5CE-F327-1938-DA80-88FCE5321CDB}"/>
              </a:ext>
            </a:extLst>
          </p:cNvPr>
          <p:cNvCxnSpPr>
            <a:cxnSpLocks/>
            <a:stCxn id="193" idx="4"/>
            <a:endCxn id="193" idx="6"/>
          </p:cNvCxnSpPr>
          <p:nvPr/>
        </p:nvCxnSpPr>
        <p:spPr>
          <a:xfrm rot="5400000" flipH="1" flipV="1">
            <a:off x="8667579" y="4645783"/>
            <a:ext cx="77724" cy="77724"/>
          </a:xfrm>
          <a:prstGeom prst="curvedConnector4">
            <a:avLst>
              <a:gd name="adj1" fmla="val -234297"/>
              <a:gd name="adj2" fmla="val 433997"/>
            </a:avLst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649B4825-0921-43E0-3BEC-68F8E98601CE}"/>
              </a:ext>
            </a:extLst>
          </p:cNvPr>
          <p:cNvCxnSpPr>
            <a:cxnSpLocks/>
            <a:stCxn id="194" idx="4"/>
          </p:cNvCxnSpPr>
          <p:nvPr/>
        </p:nvCxnSpPr>
        <p:spPr>
          <a:xfrm flipH="1">
            <a:off x="7127865" y="4727610"/>
            <a:ext cx="9668" cy="1287851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D1A3BABC-37AB-AC53-FC68-85D2BE0B702E}"/>
              </a:ext>
            </a:extLst>
          </p:cNvPr>
          <p:cNvCxnSpPr>
            <a:cxnSpLocks/>
            <a:stCxn id="194" idx="6"/>
          </p:cNvCxnSpPr>
          <p:nvPr/>
        </p:nvCxnSpPr>
        <p:spPr>
          <a:xfrm flipV="1">
            <a:off x="7215257" y="4645783"/>
            <a:ext cx="1310615" cy="4103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92561102-B552-C908-67FD-695C3BBBB668}"/>
              </a:ext>
            </a:extLst>
          </p:cNvPr>
          <p:cNvCxnSpPr>
            <a:cxnSpLocks/>
            <a:stCxn id="192" idx="0"/>
          </p:cNvCxnSpPr>
          <p:nvPr/>
        </p:nvCxnSpPr>
        <p:spPr>
          <a:xfrm flipV="1">
            <a:off x="8667579" y="4875836"/>
            <a:ext cx="9668" cy="1247684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7B21E078-5EC6-7D1B-1204-C59FB62860C0}"/>
              </a:ext>
            </a:extLst>
          </p:cNvPr>
          <p:cNvCxnSpPr>
            <a:cxnSpLocks/>
            <a:stCxn id="192" idx="2"/>
          </p:cNvCxnSpPr>
          <p:nvPr/>
        </p:nvCxnSpPr>
        <p:spPr>
          <a:xfrm flipH="1">
            <a:off x="7278215" y="6201244"/>
            <a:ext cx="1311640" cy="0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D2F17006-C714-BF5E-55B1-83501B77B770}"/>
              </a:ext>
            </a:extLst>
          </p:cNvPr>
          <p:cNvSpPr txBox="1"/>
          <p:nvPr/>
        </p:nvSpPr>
        <p:spPr>
          <a:xfrm>
            <a:off x="3786642" y="43137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DD79D3A-2459-2641-49D2-6C2F8F727464}"/>
              </a:ext>
            </a:extLst>
          </p:cNvPr>
          <p:cNvSpPr txBox="1"/>
          <p:nvPr/>
        </p:nvSpPr>
        <p:spPr>
          <a:xfrm>
            <a:off x="663817" y="43137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CA24992-FE1A-6C82-D126-BE7FD657CB43}"/>
              </a:ext>
            </a:extLst>
          </p:cNvPr>
          <p:cNvSpPr txBox="1"/>
          <p:nvPr/>
        </p:nvSpPr>
        <p:spPr>
          <a:xfrm>
            <a:off x="4368929" y="43137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0E35507-64E4-01B9-1871-204F4DB0857D}"/>
              </a:ext>
            </a:extLst>
          </p:cNvPr>
          <p:cNvSpPr txBox="1"/>
          <p:nvPr/>
        </p:nvSpPr>
        <p:spPr>
          <a:xfrm>
            <a:off x="6773547" y="431375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4455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2FB1-83BD-D254-FACA-0A6DF3D31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431D75-03A1-56AF-575F-87E817043208}"/>
              </a:ext>
            </a:extLst>
          </p:cNvPr>
          <p:cNvCxnSpPr/>
          <p:nvPr/>
        </p:nvCxnSpPr>
        <p:spPr>
          <a:xfrm flipV="1">
            <a:off x="2453884" y="1271450"/>
            <a:ext cx="1006642" cy="4130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B84556-645E-AC22-A18B-7F1BB2300963}"/>
              </a:ext>
            </a:extLst>
          </p:cNvPr>
          <p:cNvCxnSpPr/>
          <p:nvPr/>
        </p:nvCxnSpPr>
        <p:spPr>
          <a:xfrm flipV="1">
            <a:off x="4258620" y="3088218"/>
            <a:ext cx="1006642" cy="413085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1E4A58-7EF9-ADC7-3FF4-B635B37D7DDD}"/>
              </a:ext>
            </a:extLst>
          </p:cNvPr>
          <p:cNvCxnSpPr>
            <a:cxnSpLocks/>
          </p:cNvCxnSpPr>
          <p:nvPr/>
        </p:nvCxnSpPr>
        <p:spPr>
          <a:xfrm flipV="1">
            <a:off x="4264388" y="1262065"/>
            <a:ext cx="999201" cy="43717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90F0DF-8987-6F25-6A56-0700E42B8DB5}"/>
              </a:ext>
            </a:extLst>
          </p:cNvPr>
          <p:cNvCxnSpPr/>
          <p:nvPr/>
        </p:nvCxnSpPr>
        <p:spPr>
          <a:xfrm flipV="1">
            <a:off x="2429820" y="3088218"/>
            <a:ext cx="1006642" cy="413085"/>
          </a:xfrm>
          <a:prstGeom prst="line">
            <a:avLst/>
          </a:prstGeom>
          <a:ln>
            <a:prstDash val="dash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1D542B-56E3-80A8-4A11-4CCFA7D74E2C}"/>
              </a:ext>
            </a:extLst>
          </p:cNvPr>
          <p:cNvCxnSpPr>
            <a:cxnSpLocks/>
          </p:cNvCxnSpPr>
          <p:nvPr/>
        </p:nvCxnSpPr>
        <p:spPr>
          <a:xfrm flipV="1">
            <a:off x="3436462" y="1259418"/>
            <a:ext cx="1828800" cy="10379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0B73E4-AD49-2D1F-189F-E5FF1C6932A5}"/>
              </a:ext>
            </a:extLst>
          </p:cNvPr>
          <p:cNvCxnSpPr>
            <a:cxnSpLocks/>
          </p:cNvCxnSpPr>
          <p:nvPr/>
        </p:nvCxnSpPr>
        <p:spPr>
          <a:xfrm flipV="1">
            <a:off x="2453884" y="1689724"/>
            <a:ext cx="1828800" cy="10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A05E5E-5528-8635-A353-3AF336821C71}"/>
              </a:ext>
            </a:extLst>
          </p:cNvPr>
          <p:cNvCxnSpPr>
            <a:cxnSpLocks/>
          </p:cNvCxnSpPr>
          <p:nvPr/>
        </p:nvCxnSpPr>
        <p:spPr>
          <a:xfrm flipV="1">
            <a:off x="3436462" y="3074532"/>
            <a:ext cx="1828800" cy="103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4811CC-0718-36A7-A573-00DFAB2DA6D5}"/>
              </a:ext>
            </a:extLst>
          </p:cNvPr>
          <p:cNvCxnSpPr>
            <a:cxnSpLocks/>
          </p:cNvCxnSpPr>
          <p:nvPr/>
        </p:nvCxnSpPr>
        <p:spPr>
          <a:xfrm flipV="1">
            <a:off x="2429820" y="3502956"/>
            <a:ext cx="1828800" cy="139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3F1B05-1276-7EB0-01B9-912F393473B2}"/>
              </a:ext>
            </a:extLst>
          </p:cNvPr>
          <p:cNvCxnSpPr>
            <a:cxnSpLocks/>
          </p:cNvCxnSpPr>
          <p:nvPr/>
        </p:nvCxnSpPr>
        <p:spPr>
          <a:xfrm>
            <a:off x="2453884" y="1705292"/>
            <a:ext cx="0" cy="178138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1C8BA6-8CF0-2860-5CC2-05B87A2D03AE}"/>
              </a:ext>
            </a:extLst>
          </p:cNvPr>
          <p:cNvCxnSpPr>
            <a:cxnSpLocks/>
          </p:cNvCxnSpPr>
          <p:nvPr/>
        </p:nvCxnSpPr>
        <p:spPr>
          <a:xfrm>
            <a:off x="3444485" y="1293148"/>
            <a:ext cx="0" cy="1781384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337451-F4AD-5B49-873A-2710779652AB}"/>
              </a:ext>
            </a:extLst>
          </p:cNvPr>
          <p:cNvCxnSpPr>
            <a:cxnSpLocks/>
          </p:cNvCxnSpPr>
          <p:nvPr/>
        </p:nvCxnSpPr>
        <p:spPr>
          <a:xfrm>
            <a:off x="5254988" y="1282874"/>
            <a:ext cx="0" cy="178138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C39A12-189D-C31F-DB1D-CBE3EE9BB1D0}"/>
              </a:ext>
            </a:extLst>
          </p:cNvPr>
          <p:cNvCxnSpPr>
            <a:cxnSpLocks/>
          </p:cNvCxnSpPr>
          <p:nvPr/>
        </p:nvCxnSpPr>
        <p:spPr>
          <a:xfrm>
            <a:off x="4282684" y="1700103"/>
            <a:ext cx="0" cy="1781384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061BEAB-E56D-EF9C-56ED-28FFA7AD1DC6}"/>
              </a:ext>
            </a:extLst>
          </p:cNvPr>
          <p:cNvSpPr txBox="1"/>
          <p:nvPr/>
        </p:nvSpPr>
        <p:spPr>
          <a:xfrm>
            <a:off x="2371004" y="352104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  <a:r>
              <a:rPr lang="en-US" sz="1400" dirty="0"/>
              <a:t>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233FF1-D2B0-C27D-9A1C-74FBD0656284}"/>
              </a:ext>
            </a:extLst>
          </p:cNvPr>
          <p:cNvSpPr txBox="1"/>
          <p:nvPr/>
        </p:nvSpPr>
        <p:spPr>
          <a:xfrm>
            <a:off x="4298727" y="3465955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,0,0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ED9F78-A3F4-2E72-072E-D74B0089A22E}"/>
              </a:ext>
            </a:extLst>
          </p:cNvPr>
          <p:cNvSpPr txBox="1"/>
          <p:nvPr/>
        </p:nvSpPr>
        <p:spPr>
          <a:xfrm>
            <a:off x="3276043" y="3053846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0,1,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124362-41BE-F602-D960-502AD5A5BE9F}"/>
              </a:ext>
            </a:extLst>
          </p:cNvPr>
          <p:cNvSpPr txBox="1"/>
          <p:nvPr/>
        </p:nvSpPr>
        <p:spPr>
          <a:xfrm>
            <a:off x="5159430" y="305817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,1,0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FC469B-7CCF-7C98-D4AE-F49AB18B76F1}"/>
              </a:ext>
            </a:extLst>
          </p:cNvPr>
          <p:cNvSpPr txBox="1"/>
          <p:nvPr/>
        </p:nvSpPr>
        <p:spPr>
          <a:xfrm>
            <a:off x="5239525" y="123444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,1,1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27665E-B155-FAD1-78F8-15FDB47735F8}"/>
              </a:ext>
            </a:extLst>
          </p:cNvPr>
          <p:cNvSpPr txBox="1"/>
          <p:nvPr/>
        </p:nvSpPr>
        <p:spPr>
          <a:xfrm>
            <a:off x="2408657" y="1682881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</a:t>
            </a:r>
            <a:r>
              <a:rPr lang="en-US" sz="1400" dirty="0">
                <a:solidFill>
                  <a:schemeClr val="accent2"/>
                </a:solidFill>
              </a:rPr>
              <a:t>0</a:t>
            </a:r>
            <a:r>
              <a:rPr lang="en-US" sz="1400" dirty="0"/>
              <a:t>,1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E1A037-A111-4B5C-B200-25449AA4123D}"/>
              </a:ext>
            </a:extLst>
          </p:cNvPr>
          <p:cNvSpPr txBox="1"/>
          <p:nvPr/>
        </p:nvSpPr>
        <p:spPr>
          <a:xfrm>
            <a:off x="4242580" y="164966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r>
              <a:rPr lang="en-US" sz="1400" dirty="0"/>
              <a:t>,0,1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4065D5-FA0F-567E-96B5-79A17EBB2A20}"/>
              </a:ext>
            </a:extLst>
          </p:cNvPr>
          <p:cNvSpPr txBox="1"/>
          <p:nvPr/>
        </p:nvSpPr>
        <p:spPr>
          <a:xfrm>
            <a:off x="3403621" y="1259123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0,1,1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70759B5-0D08-F591-9A61-E5F0EEC6A9E0}"/>
              </a:ext>
            </a:extLst>
          </p:cNvPr>
          <p:cNvGrpSpPr/>
          <p:nvPr/>
        </p:nvGrpSpPr>
        <p:grpSpPr>
          <a:xfrm>
            <a:off x="3915804" y="511967"/>
            <a:ext cx="976366" cy="771664"/>
            <a:chOff x="7658378" y="5826653"/>
            <a:chExt cx="976366" cy="77166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6A2C1C6-73F3-C74C-7A56-978032A12EEE}"/>
                </a:ext>
              </a:extLst>
            </p:cNvPr>
            <p:cNvCxnSpPr/>
            <p:nvPr/>
          </p:nvCxnSpPr>
          <p:spPr>
            <a:xfrm flipV="1">
              <a:off x="7960895" y="5962864"/>
              <a:ext cx="0" cy="4379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BF46518-EC5F-A0D9-7AEE-E9357034B9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0895" y="6385460"/>
              <a:ext cx="502920" cy="113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6EC00FD-19E3-1BFB-4F3B-5EA02CEA0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2506" y="6086970"/>
              <a:ext cx="446895" cy="29849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3F264B-0BE7-A5F0-C1AB-E6958C6FB8CF}"/>
                </a:ext>
              </a:extLst>
            </p:cNvPr>
            <p:cNvSpPr txBox="1"/>
            <p:nvPr/>
          </p:nvSpPr>
          <p:spPr>
            <a:xfrm>
              <a:off x="7658378" y="5826653"/>
              <a:ext cx="2551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z</a:t>
              </a:r>
              <a:endParaRPr lang="en-US" sz="1400" baseline="-25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3EE286-2E65-E8CB-67F8-E700B1B9F73A}"/>
                </a:ext>
              </a:extLst>
            </p:cNvPr>
            <p:cNvSpPr txBox="1"/>
            <p:nvPr/>
          </p:nvSpPr>
          <p:spPr>
            <a:xfrm>
              <a:off x="8353034" y="5961465"/>
              <a:ext cx="266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FB878D-ED65-06D8-99F7-0DBBF5C764F8}"/>
                </a:ext>
              </a:extLst>
            </p:cNvPr>
            <p:cNvSpPr txBox="1"/>
            <p:nvPr/>
          </p:nvSpPr>
          <p:spPr>
            <a:xfrm>
              <a:off x="8371530" y="6290540"/>
              <a:ext cx="2632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endParaRPr lang="en-US" sz="1400" baseline="-25000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D4D2688-38F4-181E-9193-3C9D8A8E37EB}"/>
              </a:ext>
            </a:extLst>
          </p:cNvPr>
          <p:cNvSpPr txBox="1"/>
          <p:nvPr/>
        </p:nvSpPr>
        <p:spPr>
          <a:xfrm>
            <a:off x="2415341" y="311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E11175-BDAA-35C7-0165-C1B422D05258}"/>
              </a:ext>
            </a:extLst>
          </p:cNvPr>
          <p:cNvSpPr txBox="1"/>
          <p:nvPr/>
        </p:nvSpPr>
        <p:spPr>
          <a:xfrm>
            <a:off x="2414006" y="12820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FFBF42-C165-AAA3-F89B-600E1ED190EF}"/>
              </a:ext>
            </a:extLst>
          </p:cNvPr>
          <p:cNvSpPr txBox="1"/>
          <p:nvPr/>
        </p:nvSpPr>
        <p:spPr>
          <a:xfrm>
            <a:off x="3436016" y="27359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10E73A-6E70-3039-81C7-9BED7146E884}"/>
              </a:ext>
            </a:extLst>
          </p:cNvPr>
          <p:cNvSpPr txBox="1"/>
          <p:nvPr/>
        </p:nvSpPr>
        <p:spPr>
          <a:xfrm>
            <a:off x="3434123" y="9090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3A6978-BAB7-558F-586D-64846793A848}"/>
              </a:ext>
            </a:extLst>
          </p:cNvPr>
          <p:cNvSpPr txBox="1"/>
          <p:nvPr/>
        </p:nvSpPr>
        <p:spPr>
          <a:xfrm>
            <a:off x="5211221" y="8944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A81024-88B3-2952-58A7-8995263993F3}"/>
              </a:ext>
            </a:extLst>
          </p:cNvPr>
          <p:cNvSpPr txBox="1"/>
          <p:nvPr/>
        </p:nvSpPr>
        <p:spPr>
          <a:xfrm>
            <a:off x="4149440" y="13255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361798-2526-5494-6664-3FAE30AD1C2E}"/>
              </a:ext>
            </a:extLst>
          </p:cNvPr>
          <p:cNvSpPr txBox="1"/>
          <p:nvPr/>
        </p:nvSpPr>
        <p:spPr>
          <a:xfrm>
            <a:off x="4241802" y="31313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6D4078-741A-42E8-D8B6-97D6C639B79C}"/>
              </a:ext>
            </a:extLst>
          </p:cNvPr>
          <p:cNvSpPr txBox="1"/>
          <p:nvPr/>
        </p:nvSpPr>
        <p:spPr>
          <a:xfrm>
            <a:off x="5246154" y="27172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2857F45-DCC5-FA74-5CD3-0BB433F12709}"/>
              </a:ext>
            </a:extLst>
          </p:cNvPr>
          <p:cNvSpPr/>
          <p:nvPr/>
        </p:nvSpPr>
        <p:spPr>
          <a:xfrm>
            <a:off x="4272429" y="1261339"/>
            <a:ext cx="1011110" cy="2204616"/>
          </a:xfrm>
          <a:custGeom>
            <a:avLst/>
            <a:gdLst>
              <a:gd name="connsiteX0" fmla="*/ 24063 w 974558"/>
              <a:gd name="connsiteY0" fmla="*/ 409074 h 2237874"/>
              <a:gd name="connsiteX1" fmla="*/ 0 w 974558"/>
              <a:gd name="connsiteY1" fmla="*/ 2237874 h 2237874"/>
              <a:gd name="connsiteX2" fmla="*/ 962526 w 974558"/>
              <a:gd name="connsiteY2" fmla="*/ 1840832 h 2237874"/>
              <a:gd name="connsiteX3" fmla="*/ 974558 w 974558"/>
              <a:gd name="connsiteY3" fmla="*/ 0 h 2237874"/>
              <a:gd name="connsiteX4" fmla="*/ 24063 w 974558"/>
              <a:gd name="connsiteY4" fmla="*/ 409074 h 2237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4558" h="2237874">
                <a:moveTo>
                  <a:pt x="24063" y="409074"/>
                </a:moveTo>
                <a:lnTo>
                  <a:pt x="0" y="2237874"/>
                </a:lnTo>
                <a:lnTo>
                  <a:pt x="962526" y="1840832"/>
                </a:lnTo>
                <a:cubicBezTo>
                  <a:pt x="966537" y="1227221"/>
                  <a:pt x="970547" y="613611"/>
                  <a:pt x="974558" y="0"/>
                </a:cubicBezTo>
                <a:lnTo>
                  <a:pt x="24063" y="409074"/>
                </a:lnTo>
                <a:close/>
              </a:path>
            </a:pathLst>
          </a:custGeom>
          <a:solidFill>
            <a:srgbClr val="C0504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816C-13B0-2E8F-0617-3919E54B16B7}"/>
              </a:ext>
            </a:extLst>
          </p:cNvPr>
          <p:cNvSpPr txBox="1"/>
          <p:nvPr/>
        </p:nvSpPr>
        <p:spPr>
          <a:xfrm>
            <a:off x="2794999" y="3906599"/>
            <a:ext cx="26321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endParaRPr lang="en-US" sz="1400" baseline="-250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EA6816-B8F5-E418-D64B-CEF518FD4D49}"/>
              </a:ext>
            </a:extLst>
          </p:cNvPr>
          <p:cNvCxnSpPr>
            <a:cxnSpLocks/>
          </p:cNvCxnSpPr>
          <p:nvPr/>
        </p:nvCxnSpPr>
        <p:spPr>
          <a:xfrm flipH="1">
            <a:off x="2563971" y="4214376"/>
            <a:ext cx="388183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0EE5884-91C3-BEC6-A4B7-7CEA1C2356E7}"/>
              </a:ext>
            </a:extLst>
          </p:cNvPr>
          <p:cNvCxnSpPr>
            <a:cxnSpLocks/>
          </p:cNvCxnSpPr>
          <p:nvPr/>
        </p:nvCxnSpPr>
        <p:spPr>
          <a:xfrm>
            <a:off x="2952154" y="4214376"/>
            <a:ext cx="345736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96F2CF7-4508-9DD8-A89C-D9357D32A228}"/>
              </a:ext>
            </a:extLst>
          </p:cNvPr>
          <p:cNvSpPr txBox="1"/>
          <p:nvPr/>
        </p:nvSpPr>
        <p:spPr>
          <a:xfrm>
            <a:off x="2453884" y="41927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080AE7-2D45-D1D6-60B8-20D8B15573F6}"/>
              </a:ext>
            </a:extLst>
          </p:cNvPr>
          <p:cNvSpPr txBox="1"/>
          <p:nvPr/>
        </p:nvSpPr>
        <p:spPr>
          <a:xfrm>
            <a:off x="2390462" y="45130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1</a:t>
            </a:r>
            <a:endParaRPr lang="en-US" sz="1400" baseline="-25000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894676-B47D-A101-59CF-60A1FE561D53}"/>
              </a:ext>
            </a:extLst>
          </p:cNvPr>
          <p:cNvSpPr txBox="1"/>
          <p:nvPr/>
        </p:nvSpPr>
        <p:spPr>
          <a:xfrm>
            <a:off x="3112006" y="418789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791846-8708-C737-DEEC-278F3076DB95}"/>
              </a:ext>
            </a:extLst>
          </p:cNvPr>
          <p:cNvSpPr txBox="1"/>
          <p:nvPr/>
        </p:nvSpPr>
        <p:spPr>
          <a:xfrm>
            <a:off x="3160309" y="4575857"/>
            <a:ext cx="2664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y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EFFA789-0B6D-D903-F4F6-204B8ECC9248}"/>
              </a:ext>
            </a:extLst>
          </p:cNvPr>
          <p:cNvCxnSpPr>
            <a:cxnSpLocks/>
          </p:cNvCxnSpPr>
          <p:nvPr/>
        </p:nvCxnSpPr>
        <p:spPr>
          <a:xfrm flipH="1">
            <a:off x="2917038" y="4883634"/>
            <a:ext cx="388183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5FD328E-1BE4-37E0-B797-A85FA92031A2}"/>
              </a:ext>
            </a:extLst>
          </p:cNvPr>
          <p:cNvCxnSpPr>
            <a:cxnSpLocks/>
          </p:cNvCxnSpPr>
          <p:nvPr/>
        </p:nvCxnSpPr>
        <p:spPr>
          <a:xfrm>
            <a:off x="3305221" y="4883634"/>
            <a:ext cx="345736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312668-6384-17A1-F94D-D08D23195065}"/>
              </a:ext>
            </a:extLst>
          </p:cNvPr>
          <p:cNvSpPr txBox="1"/>
          <p:nvPr/>
        </p:nvSpPr>
        <p:spPr>
          <a:xfrm>
            <a:off x="2806952" y="486201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710148-5AE6-0D7C-399F-2A2AF189BFB9}"/>
              </a:ext>
            </a:extLst>
          </p:cNvPr>
          <p:cNvSpPr txBox="1"/>
          <p:nvPr/>
        </p:nvSpPr>
        <p:spPr>
          <a:xfrm>
            <a:off x="3465073" y="485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D23DBA-09BA-600C-FE34-5E276182C0EB}"/>
              </a:ext>
            </a:extLst>
          </p:cNvPr>
          <p:cNvSpPr txBox="1"/>
          <p:nvPr/>
        </p:nvSpPr>
        <p:spPr>
          <a:xfrm>
            <a:off x="2689516" y="51936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0</a:t>
            </a:r>
            <a:endParaRPr lang="en-US" sz="1400" baseline="-25000" dirty="0">
              <a:solidFill>
                <a:schemeClr val="accent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0407EA-7834-4204-6E84-8974AFC4DD4F}"/>
              </a:ext>
            </a:extLst>
          </p:cNvPr>
          <p:cNvSpPr txBox="1"/>
          <p:nvPr/>
        </p:nvSpPr>
        <p:spPr>
          <a:xfrm>
            <a:off x="3505371" y="5256516"/>
            <a:ext cx="25519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z</a:t>
            </a:r>
            <a:endParaRPr lang="en-US" sz="1400" baseline="-2500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E3B730-2450-FA7D-7A7E-CBCDAD46D450}"/>
              </a:ext>
            </a:extLst>
          </p:cNvPr>
          <p:cNvCxnSpPr>
            <a:cxnSpLocks/>
          </p:cNvCxnSpPr>
          <p:nvPr/>
        </p:nvCxnSpPr>
        <p:spPr>
          <a:xfrm flipH="1">
            <a:off x="3249748" y="5564293"/>
            <a:ext cx="388183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6ECC505-357B-067D-2539-EB1FA70F8EBA}"/>
              </a:ext>
            </a:extLst>
          </p:cNvPr>
          <p:cNvCxnSpPr>
            <a:cxnSpLocks/>
          </p:cNvCxnSpPr>
          <p:nvPr/>
        </p:nvCxnSpPr>
        <p:spPr>
          <a:xfrm>
            <a:off x="3637931" y="5564293"/>
            <a:ext cx="345736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EA5E7C9-6C48-EA24-690E-0C79ABC6D437}"/>
              </a:ext>
            </a:extLst>
          </p:cNvPr>
          <p:cNvSpPr txBox="1"/>
          <p:nvPr/>
        </p:nvSpPr>
        <p:spPr>
          <a:xfrm>
            <a:off x="3139662" y="554267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47D174-988D-ED00-148A-AB35F8481409}"/>
              </a:ext>
            </a:extLst>
          </p:cNvPr>
          <p:cNvSpPr txBox="1"/>
          <p:nvPr/>
        </p:nvSpPr>
        <p:spPr>
          <a:xfrm>
            <a:off x="3797783" y="55378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44AFFC-388F-8CFB-3796-1EC332310077}"/>
              </a:ext>
            </a:extLst>
          </p:cNvPr>
          <p:cNvSpPr txBox="1"/>
          <p:nvPr/>
        </p:nvSpPr>
        <p:spPr>
          <a:xfrm>
            <a:off x="3034258" y="587434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05B536-B874-CCC8-25C4-BFA5A9C74598}"/>
              </a:ext>
            </a:extLst>
          </p:cNvPr>
          <p:cNvSpPr txBox="1"/>
          <p:nvPr/>
        </p:nvSpPr>
        <p:spPr>
          <a:xfrm>
            <a:off x="3929016" y="587029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DBF1BC-8C4E-025C-3606-B1FBCFEC556C}"/>
              </a:ext>
            </a:extLst>
          </p:cNvPr>
          <p:cNvSpPr txBox="1"/>
          <p:nvPr/>
        </p:nvSpPr>
        <p:spPr>
          <a:xfrm>
            <a:off x="4064371" y="3903067"/>
            <a:ext cx="26321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endParaRPr lang="en-US" sz="1400" baseline="-25000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2829205-2BE8-9DAA-DBFB-6BD01B2DF12F}"/>
              </a:ext>
            </a:extLst>
          </p:cNvPr>
          <p:cNvCxnSpPr>
            <a:cxnSpLocks/>
          </p:cNvCxnSpPr>
          <p:nvPr/>
        </p:nvCxnSpPr>
        <p:spPr>
          <a:xfrm flipH="1">
            <a:off x="3833343" y="4210844"/>
            <a:ext cx="388183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7E87AD6-715E-CEA6-2BAB-B3F272402EE8}"/>
              </a:ext>
            </a:extLst>
          </p:cNvPr>
          <p:cNvCxnSpPr>
            <a:cxnSpLocks/>
          </p:cNvCxnSpPr>
          <p:nvPr/>
        </p:nvCxnSpPr>
        <p:spPr>
          <a:xfrm>
            <a:off x="4221526" y="4210844"/>
            <a:ext cx="345736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2634232-05D0-38FC-1C9F-2556E52AED70}"/>
              </a:ext>
            </a:extLst>
          </p:cNvPr>
          <p:cNvSpPr txBox="1"/>
          <p:nvPr/>
        </p:nvSpPr>
        <p:spPr>
          <a:xfrm>
            <a:off x="3723256" y="41892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A4D9A0-EE13-7B68-A6C9-C0661E18C965}"/>
              </a:ext>
            </a:extLst>
          </p:cNvPr>
          <p:cNvSpPr txBox="1"/>
          <p:nvPr/>
        </p:nvSpPr>
        <p:spPr>
          <a:xfrm>
            <a:off x="3659834" y="450949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1</a:t>
            </a:r>
            <a:endParaRPr lang="en-US" sz="1400" baseline="-25000" dirty="0">
              <a:solidFill>
                <a:schemeClr val="accent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7524CD6-2A3B-C47F-F536-61850DCF8C76}"/>
              </a:ext>
            </a:extLst>
          </p:cNvPr>
          <p:cNvSpPr txBox="1"/>
          <p:nvPr/>
        </p:nvSpPr>
        <p:spPr>
          <a:xfrm>
            <a:off x="4381378" y="41843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0AFB8A-DAC7-4B4E-8D8E-E27B11EC1F57}"/>
              </a:ext>
            </a:extLst>
          </p:cNvPr>
          <p:cNvSpPr txBox="1"/>
          <p:nvPr/>
        </p:nvSpPr>
        <p:spPr>
          <a:xfrm>
            <a:off x="4429681" y="4572325"/>
            <a:ext cx="2664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y</a:t>
            </a:r>
            <a:endParaRPr lang="en-US" sz="1400" baseline="-25000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454518B-471D-BF9F-50FE-76B558F9D8F1}"/>
              </a:ext>
            </a:extLst>
          </p:cNvPr>
          <p:cNvCxnSpPr>
            <a:cxnSpLocks/>
          </p:cNvCxnSpPr>
          <p:nvPr/>
        </p:nvCxnSpPr>
        <p:spPr>
          <a:xfrm flipH="1">
            <a:off x="4186410" y="4880102"/>
            <a:ext cx="388183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6F3489C-5385-549F-507F-8396A399DE25}"/>
              </a:ext>
            </a:extLst>
          </p:cNvPr>
          <p:cNvCxnSpPr>
            <a:cxnSpLocks/>
          </p:cNvCxnSpPr>
          <p:nvPr/>
        </p:nvCxnSpPr>
        <p:spPr>
          <a:xfrm>
            <a:off x="4574593" y="4880102"/>
            <a:ext cx="345736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992A1CD-FE05-ADDD-C351-C698DC964915}"/>
              </a:ext>
            </a:extLst>
          </p:cNvPr>
          <p:cNvSpPr txBox="1"/>
          <p:nvPr/>
        </p:nvSpPr>
        <p:spPr>
          <a:xfrm>
            <a:off x="4076324" y="485848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566AB56-75CF-DC21-73FD-1EA12CE1AF0B}"/>
              </a:ext>
            </a:extLst>
          </p:cNvPr>
          <p:cNvSpPr txBox="1"/>
          <p:nvPr/>
        </p:nvSpPr>
        <p:spPr>
          <a:xfrm>
            <a:off x="4734445" y="48536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AE4D29-B581-C710-159A-022167B11028}"/>
              </a:ext>
            </a:extLst>
          </p:cNvPr>
          <p:cNvSpPr txBox="1"/>
          <p:nvPr/>
        </p:nvSpPr>
        <p:spPr>
          <a:xfrm>
            <a:off x="3958888" y="51901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0</a:t>
            </a:r>
            <a:endParaRPr lang="en-US" sz="1400" baseline="-25000" dirty="0">
              <a:solidFill>
                <a:schemeClr val="accent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3DEFF1B-CC6A-F3E1-9153-8BA3F324A5F8}"/>
              </a:ext>
            </a:extLst>
          </p:cNvPr>
          <p:cNvSpPr txBox="1"/>
          <p:nvPr/>
        </p:nvSpPr>
        <p:spPr>
          <a:xfrm>
            <a:off x="4774743" y="5252984"/>
            <a:ext cx="25519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z</a:t>
            </a:r>
            <a:endParaRPr lang="en-US" sz="1400" baseline="-25000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E51D36D-5453-DA7D-DB52-A99524BEFD69}"/>
              </a:ext>
            </a:extLst>
          </p:cNvPr>
          <p:cNvCxnSpPr>
            <a:cxnSpLocks/>
          </p:cNvCxnSpPr>
          <p:nvPr/>
        </p:nvCxnSpPr>
        <p:spPr>
          <a:xfrm flipH="1">
            <a:off x="4506928" y="5560761"/>
            <a:ext cx="388183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D8E8270-4AF3-9D19-DB7F-BF984A204113}"/>
              </a:ext>
            </a:extLst>
          </p:cNvPr>
          <p:cNvCxnSpPr>
            <a:cxnSpLocks/>
          </p:cNvCxnSpPr>
          <p:nvPr/>
        </p:nvCxnSpPr>
        <p:spPr>
          <a:xfrm>
            <a:off x="4895111" y="5560761"/>
            <a:ext cx="345736" cy="3606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D5E86C8-18D6-4B63-5F46-D6912CE5D615}"/>
              </a:ext>
            </a:extLst>
          </p:cNvPr>
          <p:cNvSpPr txBox="1"/>
          <p:nvPr/>
        </p:nvSpPr>
        <p:spPr>
          <a:xfrm>
            <a:off x="4396842" y="553914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EB095F-CB0A-310F-D060-804A2F4EC6FA}"/>
              </a:ext>
            </a:extLst>
          </p:cNvPr>
          <p:cNvSpPr txBox="1"/>
          <p:nvPr/>
        </p:nvSpPr>
        <p:spPr>
          <a:xfrm>
            <a:off x="5054963" y="553428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A46AD0-02BC-0EF3-AC7A-E8220DF0A476}"/>
              </a:ext>
            </a:extLst>
          </p:cNvPr>
          <p:cNvSpPr txBox="1"/>
          <p:nvPr/>
        </p:nvSpPr>
        <p:spPr>
          <a:xfrm>
            <a:off x="4291438" y="587081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09F511-5029-1009-4639-3694BFE8359C}"/>
              </a:ext>
            </a:extLst>
          </p:cNvPr>
          <p:cNvSpPr txBox="1"/>
          <p:nvPr/>
        </p:nvSpPr>
        <p:spPr>
          <a:xfrm>
            <a:off x="5186196" y="586675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B2DBB5-8403-9D90-94E2-3DD31007A8EC}"/>
              </a:ext>
            </a:extLst>
          </p:cNvPr>
          <p:cNvSpPr/>
          <p:nvPr/>
        </p:nvSpPr>
        <p:spPr>
          <a:xfrm>
            <a:off x="2406994" y="3823917"/>
            <a:ext cx="3300984" cy="696349"/>
          </a:xfrm>
          <a:prstGeom prst="rect">
            <a:avLst/>
          </a:prstGeom>
          <a:solidFill>
            <a:schemeClr val="accent3">
              <a:lumMod val="40000"/>
              <a:lumOff val="60000"/>
              <a:alpha val="349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layer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75329F0-CE24-B01A-0656-AE968E77702E}"/>
              </a:ext>
            </a:extLst>
          </p:cNvPr>
          <p:cNvSpPr/>
          <p:nvPr/>
        </p:nvSpPr>
        <p:spPr>
          <a:xfrm>
            <a:off x="2402654" y="4517212"/>
            <a:ext cx="3300984" cy="1757258"/>
          </a:xfrm>
          <a:prstGeom prst="rect">
            <a:avLst/>
          </a:prstGeom>
          <a:solidFill>
            <a:schemeClr val="accent4">
              <a:lumMod val="40000"/>
              <a:lumOff val="60000"/>
              <a:alpha val="349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nd</a:t>
            </a:r>
            <a:r>
              <a:rPr lang="en-US" dirty="0">
                <a:solidFill>
                  <a:schemeClr val="tx1"/>
                </a:solidFill>
              </a:rPr>
              <a:t> layer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F187A00F-29A1-6E19-1B2B-32DE3E52D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069693"/>
              </p:ext>
            </p:extLst>
          </p:nvPr>
        </p:nvGraphicFramePr>
        <p:xfrm>
          <a:off x="495178" y="765495"/>
          <a:ext cx="1491948" cy="32932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987">
                  <a:extLst>
                    <a:ext uri="{9D8B030D-6E8A-4147-A177-3AD203B41FA5}">
                      <a16:colId xmlns:a16="http://schemas.microsoft.com/office/drawing/2014/main" val="4287596752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1045154105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4256467903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2633675735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2950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37396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96402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872935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136986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91654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93031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938299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359945"/>
                  </a:ext>
                </a:extLst>
              </a:tr>
            </a:tbl>
          </a:graphicData>
        </a:graphic>
      </p:graphicFrame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6D15060F-2E7C-766A-164F-198FCD47D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377974"/>
              </p:ext>
            </p:extLst>
          </p:nvPr>
        </p:nvGraphicFramePr>
        <p:xfrm>
          <a:off x="495178" y="4405392"/>
          <a:ext cx="1491948" cy="18295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987">
                  <a:extLst>
                    <a:ext uri="{9D8B030D-6E8A-4147-A177-3AD203B41FA5}">
                      <a16:colId xmlns:a16="http://schemas.microsoft.com/office/drawing/2014/main" val="4287596752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1045154105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4256467903"/>
                    </a:ext>
                  </a:extLst>
                </a:gridCol>
                <a:gridCol w="372987">
                  <a:extLst>
                    <a:ext uri="{9D8B030D-6E8A-4147-A177-3AD203B41FA5}">
                      <a16:colId xmlns:a16="http://schemas.microsoft.com/office/drawing/2014/main" val="2633675735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2950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37396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96402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872935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136986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49EBDE65-D2BF-7ACD-D5F4-D1999C6623D4}"/>
              </a:ext>
            </a:extLst>
          </p:cNvPr>
          <p:cNvSpPr txBox="1"/>
          <p:nvPr/>
        </p:nvSpPr>
        <p:spPr>
          <a:xfrm>
            <a:off x="177462" y="70979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C379D11-116A-7255-5BF2-FE2FE38DF365}"/>
              </a:ext>
            </a:extLst>
          </p:cNvPr>
          <p:cNvSpPr txBox="1"/>
          <p:nvPr/>
        </p:nvSpPr>
        <p:spPr>
          <a:xfrm>
            <a:off x="2145984" y="7266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651C598-822D-31E3-D808-D44D384B2FF3}"/>
              </a:ext>
            </a:extLst>
          </p:cNvPr>
          <p:cNvSpPr txBox="1"/>
          <p:nvPr/>
        </p:nvSpPr>
        <p:spPr>
          <a:xfrm>
            <a:off x="177462" y="436620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DA4F1B7-7868-653F-C099-AF7BFFAC3DDC}"/>
              </a:ext>
            </a:extLst>
          </p:cNvPr>
          <p:cNvSpPr txBox="1"/>
          <p:nvPr/>
        </p:nvSpPr>
        <p:spPr>
          <a:xfrm>
            <a:off x="2141976" y="37909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741149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25BEA-7E10-1D0D-2234-AAF147E04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3BB40A97-E217-87C0-967B-432778BAA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360242"/>
              </p:ext>
            </p:extLst>
          </p:nvPr>
        </p:nvGraphicFramePr>
        <p:xfrm>
          <a:off x="495177" y="765495"/>
          <a:ext cx="1352128" cy="33069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8032">
                  <a:extLst>
                    <a:ext uri="{9D8B030D-6E8A-4147-A177-3AD203B41FA5}">
                      <a16:colId xmlns:a16="http://schemas.microsoft.com/office/drawing/2014/main" val="4287596752"/>
                    </a:ext>
                  </a:extLst>
                </a:gridCol>
                <a:gridCol w="338032">
                  <a:extLst>
                    <a:ext uri="{9D8B030D-6E8A-4147-A177-3AD203B41FA5}">
                      <a16:colId xmlns:a16="http://schemas.microsoft.com/office/drawing/2014/main" val="1045154105"/>
                    </a:ext>
                  </a:extLst>
                </a:gridCol>
                <a:gridCol w="338032">
                  <a:extLst>
                    <a:ext uri="{9D8B030D-6E8A-4147-A177-3AD203B41FA5}">
                      <a16:colId xmlns:a16="http://schemas.microsoft.com/office/drawing/2014/main" val="4256467903"/>
                    </a:ext>
                  </a:extLst>
                </a:gridCol>
                <a:gridCol w="338032">
                  <a:extLst>
                    <a:ext uri="{9D8B030D-6E8A-4147-A177-3AD203B41FA5}">
                      <a16:colId xmlns:a16="http://schemas.microsoft.com/office/drawing/2014/main" val="2633675735"/>
                    </a:ext>
                  </a:extLst>
                </a:gridCol>
              </a:tblGrid>
              <a:tr h="4162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29503"/>
                  </a:ext>
                </a:extLst>
              </a:tr>
              <a:tr h="321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373960"/>
                  </a:ext>
                </a:extLst>
              </a:tr>
              <a:tr h="321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964022"/>
                  </a:ext>
                </a:extLst>
              </a:tr>
              <a:tr h="321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872935"/>
                  </a:ext>
                </a:extLst>
              </a:tr>
              <a:tr h="321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136986"/>
                  </a:ext>
                </a:extLst>
              </a:tr>
              <a:tr h="321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91654"/>
                  </a:ext>
                </a:extLst>
              </a:tr>
              <a:tr h="321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930313"/>
                  </a:ext>
                </a:extLst>
              </a:tr>
              <a:tr h="321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938299"/>
                  </a:ext>
                </a:extLst>
              </a:tr>
              <a:tr h="321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359945"/>
                  </a:ext>
                </a:extLst>
              </a:tr>
              <a:tr h="321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015029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645C9EF2-0A4C-6B20-B669-76436944151E}"/>
              </a:ext>
            </a:extLst>
          </p:cNvPr>
          <p:cNvSpPr txBox="1"/>
          <p:nvPr/>
        </p:nvSpPr>
        <p:spPr>
          <a:xfrm>
            <a:off x="236731" y="70979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AFB4A-F272-1F69-4B05-B1F449BD1354}"/>
              </a:ext>
            </a:extLst>
          </p:cNvPr>
          <p:cNvSpPr txBox="1"/>
          <p:nvPr/>
        </p:nvSpPr>
        <p:spPr>
          <a:xfrm>
            <a:off x="2291493" y="2000701"/>
            <a:ext cx="3241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F44927-E5F9-CC96-12EE-9E31007FEDD8}"/>
              </a:ext>
            </a:extLst>
          </p:cNvPr>
          <p:cNvCxnSpPr>
            <a:cxnSpLocks/>
          </p:cNvCxnSpPr>
          <p:nvPr/>
        </p:nvCxnSpPr>
        <p:spPr>
          <a:xfrm flipH="1">
            <a:off x="2099612" y="2315008"/>
            <a:ext cx="338328" cy="1645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C016716-1B7C-725D-0F22-3B9EFAD39444}"/>
              </a:ext>
            </a:extLst>
          </p:cNvPr>
          <p:cNvCxnSpPr>
            <a:cxnSpLocks/>
          </p:cNvCxnSpPr>
          <p:nvPr/>
        </p:nvCxnSpPr>
        <p:spPr>
          <a:xfrm>
            <a:off x="2442117" y="2315009"/>
            <a:ext cx="334902" cy="1654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9EE1F42-C716-9AE7-860E-0EAFD36BD193}"/>
              </a:ext>
            </a:extLst>
          </p:cNvPr>
          <p:cNvSpPr txBox="1"/>
          <p:nvPr/>
        </p:nvSpPr>
        <p:spPr>
          <a:xfrm>
            <a:off x="2043710" y="217385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CC6C45-1ADF-EF7C-5B03-7ACE6C34000A}"/>
              </a:ext>
            </a:extLst>
          </p:cNvPr>
          <p:cNvSpPr txBox="1"/>
          <p:nvPr/>
        </p:nvSpPr>
        <p:spPr>
          <a:xfrm>
            <a:off x="1969674" y="24194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D21DF6-9D9A-E8B7-5373-FEFB518DD2FE}"/>
              </a:ext>
            </a:extLst>
          </p:cNvPr>
          <p:cNvSpPr txBox="1"/>
          <p:nvPr/>
        </p:nvSpPr>
        <p:spPr>
          <a:xfrm>
            <a:off x="2596008" y="217385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0,1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587AD05-C6B8-8B2E-C584-429D5B25D3B3}"/>
              </a:ext>
            </a:extLst>
          </p:cNvPr>
          <p:cNvSpPr txBox="1"/>
          <p:nvPr/>
        </p:nvSpPr>
        <p:spPr>
          <a:xfrm>
            <a:off x="2632419" y="2481421"/>
            <a:ext cx="3241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2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B1201AE-5752-C032-F827-FE7657A526FA}"/>
              </a:ext>
            </a:extLst>
          </p:cNvPr>
          <p:cNvSpPr txBox="1"/>
          <p:nvPr/>
        </p:nvSpPr>
        <p:spPr>
          <a:xfrm>
            <a:off x="1894048" y="19815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07D963A-F1FD-BCD9-4526-2EE8BDF24500}"/>
              </a:ext>
            </a:extLst>
          </p:cNvPr>
          <p:cNvCxnSpPr>
            <a:cxnSpLocks/>
          </p:cNvCxnSpPr>
          <p:nvPr/>
        </p:nvCxnSpPr>
        <p:spPr>
          <a:xfrm flipH="1">
            <a:off x="2460979" y="2801216"/>
            <a:ext cx="338328" cy="1645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C6E3073B-2629-FB59-8B1B-3CD995C551DC}"/>
              </a:ext>
            </a:extLst>
          </p:cNvPr>
          <p:cNvCxnSpPr>
            <a:cxnSpLocks/>
          </p:cNvCxnSpPr>
          <p:nvPr/>
        </p:nvCxnSpPr>
        <p:spPr>
          <a:xfrm>
            <a:off x="2803484" y="2801217"/>
            <a:ext cx="334902" cy="1654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A96C7F65-F964-3537-31FC-42AC89973ADA}"/>
              </a:ext>
            </a:extLst>
          </p:cNvPr>
          <p:cNvSpPr txBox="1"/>
          <p:nvPr/>
        </p:nvSpPr>
        <p:spPr>
          <a:xfrm>
            <a:off x="2384089" y="266708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F98688C-C99E-3045-7A18-5F0A38558CC0}"/>
              </a:ext>
            </a:extLst>
          </p:cNvPr>
          <p:cNvSpPr txBox="1"/>
          <p:nvPr/>
        </p:nvSpPr>
        <p:spPr>
          <a:xfrm>
            <a:off x="2936387" y="2667083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0,1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8F5C10B-06EE-D3D1-EE04-B3FD45C8CC5F}"/>
              </a:ext>
            </a:extLst>
          </p:cNvPr>
          <p:cNvSpPr txBox="1"/>
          <p:nvPr/>
        </p:nvSpPr>
        <p:spPr>
          <a:xfrm>
            <a:off x="2338042" y="291380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56318A6-3F19-D971-EB90-A23597EF6930}"/>
              </a:ext>
            </a:extLst>
          </p:cNvPr>
          <p:cNvSpPr txBox="1"/>
          <p:nvPr/>
        </p:nvSpPr>
        <p:spPr>
          <a:xfrm>
            <a:off x="2976322" y="2965808"/>
            <a:ext cx="3241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1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C819CD6-82B1-ACEF-047D-8D9A0C42E865}"/>
              </a:ext>
            </a:extLst>
          </p:cNvPr>
          <p:cNvCxnSpPr>
            <a:cxnSpLocks/>
          </p:cNvCxnSpPr>
          <p:nvPr/>
        </p:nvCxnSpPr>
        <p:spPr>
          <a:xfrm flipH="1">
            <a:off x="2804882" y="3285603"/>
            <a:ext cx="338328" cy="1645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EDC8A02-50E7-4FFF-8CF7-CC2BA7BA03D0}"/>
              </a:ext>
            </a:extLst>
          </p:cNvPr>
          <p:cNvCxnSpPr>
            <a:cxnSpLocks/>
          </p:cNvCxnSpPr>
          <p:nvPr/>
        </p:nvCxnSpPr>
        <p:spPr>
          <a:xfrm>
            <a:off x="3147387" y="3285604"/>
            <a:ext cx="334902" cy="1654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55D69A2A-B7D1-33FF-8E45-7D0A63A5B335}"/>
              </a:ext>
            </a:extLst>
          </p:cNvPr>
          <p:cNvSpPr txBox="1"/>
          <p:nvPr/>
        </p:nvSpPr>
        <p:spPr>
          <a:xfrm>
            <a:off x="2727992" y="315147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E5CE47B-7803-801B-0731-0953BC30E1E0}"/>
              </a:ext>
            </a:extLst>
          </p:cNvPr>
          <p:cNvSpPr txBox="1"/>
          <p:nvPr/>
        </p:nvSpPr>
        <p:spPr>
          <a:xfrm>
            <a:off x="3326009" y="315147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0CC35A4-124C-642F-0316-4DBDBB73B782}"/>
              </a:ext>
            </a:extLst>
          </p:cNvPr>
          <p:cNvSpPr txBox="1"/>
          <p:nvPr/>
        </p:nvSpPr>
        <p:spPr>
          <a:xfrm>
            <a:off x="2681395" y="339819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4877A62-D4A3-6927-6DDF-6BF8337FCC90}"/>
              </a:ext>
            </a:extLst>
          </p:cNvPr>
          <p:cNvSpPr txBox="1"/>
          <p:nvPr/>
        </p:nvSpPr>
        <p:spPr>
          <a:xfrm>
            <a:off x="3334659" y="3450195"/>
            <a:ext cx="3241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2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98A9064-0CF8-2BB7-FFC0-95D25A2E40C7}"/>
              </a:ext>
            </a:extLst>
          </p:cNvPr>
          <p:cNvCxnSpPr>
            <a:cxnSpLocks/>
          </p:cNvCxnSpPr>
          <p:nvPr/>
        </p:nvCxnSpPr>
        <p:spPr>
          <a:xfrm flipH="1">
            <a:off x="3163219" y="3769990"/>
            <a:ext cx="338328" cy="1645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AC605A5-38C6-40D5-F1D9-2599975D6469}"/>
              </a:ext>
            </a:extLst>
          </p:cNvPr>
          <p:cNvCxnSpPr>
            <a:cxnSpLocks/>
          </p:cNvCxnSpPr>
          <p:nvPr/>
        </p:nvCxnSpPr>
        <p:spPr>
          <a:xfrm>
            <a:off x="3505724" y="3769991"/>
            <a:ext cx="334902" cy="1654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CAF3181D-466C-B856-13CD-7551EDE19BE9}"/>
              </a:ext>
            </a:extLst>
          </p:cNvPr>
          <p:cNvSpPr txBox="1"/>
          <p:nvPr/>
        </p:nvSpPr>
        <p:spPr>
          <a:xfrm>
            <a:off x="3086329" y="36358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81ABAF8-95C1-A495-D8EE-BB775E7F6C52}"/>
              </a:ext>
            </a:extLst>
          </p:cNvPr>
          <p:cNvSpPr txBox="1"/>
          <p:nvPr/>
        </p:nvSpPr>
        <p:spPr>
          <a:xfrm>
            <a:off x="3684346" y="36358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BABE696-2324-5AFA-1A46-7A81130EA986}"/>
              </a:ext>
            </a:extLst>
          </p:cNvPr>
          <p:cNvSpPr txBox="1"/>
          <p:nvPr/>
        </p:nvSpPr>
        <p:spPr>
          <a:xfrm>
            <a:off x="3038800" y="38743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4742CD8-1C41-D72A-4419-588D6CD8053B}"/>
              </a:ext>
            </a:extLst>
          </p:cNvPr>
          <p:cNvSpPr txBox="1"/>
          <p:nvPr/>
        </p:nvSpPr>
        <p:spPr>
          <a:xfrm>
            <a:off x="3709905" y="38743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574B3B9-14D9-5DFC-EFC3-C8B5AA06FECF}"/>
              </a:ext>
            </a:extLst>
          </p:cNvPr>
          <p:cNvSpPr txBox="1"/>
          <p:nvPr/>
        </p:nvSpPr>
        <p:spPr>
          <a:xfrm>
            <a:off x="3421717" y="1991649"/>
            <a:ext cx="3241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1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826A7A5-DDD2-EC62-5B4C-B40312F2777F}"/>
              </a:ext>
            </a:extLst>
          </p:cNvPr>
          <p:cNvCxnSpPr>
            <a:cxnSpLocks/>
          </p:cNvCxnSpPr>
          <p:nvPr/>
        </p:nvCxnSpPr>
        <p:spPr>
          <a:xfrm flipH="1">
            <a:off x="3229836" y="2305956"/>
            <a:ext cx="338328" cy="1645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1DE9103-7276-5E42-CB03-16A45D1C190B}"/>
              </a:ext>
            </a:extLst>
          </p:cNvPr>
          <p:cNvCxnSpPr>
            <a:cxnSpLocks/>
          </p:cNvCxnSpPr>
          <p:nvPr/>
        </p:nvCxnSpPr>
        <p:spPr>
          <a:xfrm>
            <a:off x="3572341" y="2305957"/>
            <a:ext cx="334902" cy="1654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1E3D6CB-C2DF-80FD-AE26-78070969E0D4}"/>
              </a:ext>
            </a:extLst>
          </p:cNvPr>
          <p:cNvSpPr txBox="1"/>
          <p:nvPr/>
        </p:nvSpPr>
        <p:spPr>
          <a:xfrm>
            <a:off x="3173934" y="216480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AC88D69-DF5E-11B8-E7DA-4E0A37C09A35}"/>
              </a:ext>
            </a:extLst>
          </p:cNvPr>
          <p:cNvSpPr txBox="1"/>
          <p:nvPr/>
        </p:nvSpPr>
        <p:spPr>
          <a:xfrm>
            <a:off x="3099898" y="241040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E14366B-4798-1B83-482B-C8B7A9BB3AF1}"/>
              </a:ext>
            </a:extLst>
          </p:cNvPr>
          <p:cNvSpPr txBox="1"/>
          <p:nvPr/>
        </p:nvSpPr>
        <p:spPr>
          <a:xfrm>
            <a:off x="3726232" y="216480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0,1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42B75F3-12AE-3E0F-B1C2-00C87E5B0F57}"/>
              </a:ext>
            </a:extLst>
          </p:cNvPr>
          <p:cNvSpPr txBox="1"/>
          <p:nvPr/>
        </p:nvSpPr>
        <p:spPr>
          <a:xfrm>
            <a:off x="3762643" y="2472369"/>
            <a:ext cx="3241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2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2195CDA-572C-80DE-2380-59D769C207A6}"/>
              </a:ext>
            </a:extLst>
          </p:cNvPr>
          <p:cNvCxnSpPr>
            <a:cxnSpLocks/>
          </p:cNvCxnSpPr>
          <p:nvPr/>
        </p:nvCxnSpPr>
        <p:spPr>
          <a:xfrm flipH="1">
            <a:off x="3591203" y="2792164"/>
            <a:ext cx="338328" cy="1645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B38D647-16C0-D087-6824-A909F7C96DCE}"/>
              </a:ext>
            </a:extLst>
          </p:cNvPr>
          <p:cNvCxnSpPr>
            <a:cxnSpLocks/>
          </p:cNvCxnSpPr>
          <p:nvPr/>
        </p:nvCxnSpPr>
        <p:spPr>
          <a:xfrm>
            <a:off x="3933708" y="2792165"/>
            <a:ext cx="334902" cy="1654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03A5E4D6-1F4A-505D-60A8-AF05274E7B1F}"/>
              </a:ext>
            </a:extLst>
          </p:cNvPr>
          <p:cNvSpPr txBox="1"/>
          <p:nvPr/>
        </p:nvSpPr>
        <p:spPr>
          <a:xfrm>
            <a:off x="3514313" y="265803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A283AF4-EEF7-1C3A-AB9A-D9E059B34252}"/>
              </a:ext>
            </a:extLst>
          </p:cNvPr>
          <p:cNvSpPr txBox="1"/>
          <p:nvPr/>
        </p:nvSpPr>
        <p:spPr>
          <a:xfrm>
            <a:off x="4066611" y="265803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1,2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3077DC5-C2E9-E040-A442-9506EAE85F65}"/>
              </a:ext>
            </a:extLst>
          </p:cNvPr>
          <p:cNvSpPr txBox="1"/>
          <p:nvPr/>
        </p:nvSpPr>
        <p:spPr>
          <a:xfrm>
            <a:off x="3468266" y="290475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2661B41-D6A6-8236-A31B-E3FF278455D3}"/>
              </a:ext>
            </a:extLst>
          </p:cNvPr>
          <p:cNvSpPr txBox="1"/>
          <p:nvPr/>
        </p:nvSpPr>
        <p:spPr>
          <a:xfrm>
            <a:off x="4106546" y="2956756"/>
            <a:ext cx="3241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2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36603AAE-7C9A-F4DF-577C-90D69F72B12F}"/>
              </a:ext>
            </a:extLst>
          </p:cNvPr>
          <p:cNvCxnSpPr>
            <a:cxnSpLocks/>
          </p:cNvCxnSpPr>
          <p:nvPr/>
        </p:nvCxnSpPr>
        <p:spPr>
          <a:xfrm flipH="1">
            <a:off x="3935106" y="3276551"/>
            <a:ext cx="338328" cy="1645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4C890326-B594-BA5F-1D7E-35D8E917A462}"/>
              </a:ext>
            </a:extLst>
          </p:cNvPr>
          <p:cNvCxnSpPr>
            <a:cxnSpLocks/>
          </p:cNvCxnSpPr>
          <p:nvPr/>
        </p:nvCxnSpPr>
        <p:spPr>
          <a:xfrm>
            <a:off x="4277611" y="3276552"/>
            <a:ext cx="334902" cy="1654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73EBF6C-39B5-107D-6A42-7AE3128DC362}"/>
              </a:ext>
            </a:extLst>
          </p:cNvPr>
          <p:cNvSpPr txBox="1"/>
          <p:nvPr/>
        </p:nvSpPr>
        <p:spPr>
          <a:xfrm>
            <a:off x="3858216" y="314241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70724AB-0A57-FD41-1914-946497A6AA18}"/>
              </a:ext>
            </a:extLst>
          </p:cNvPr>
          <p:cNvSpPr txBox="1"/>
          <p:nvPr/>
        </p:nvSpPr>
        <p:spPr>
          <a:xfrm>
            <a:off x="4456233" y="314241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995277F-81C4-402E-A3D5-B6B787B6EB72}"/>
              </a:ext>
            </a:extLst>
          </p:cNvPr>
          <p:cNvSpPr txBox="1"/>
          <p:nvPr/>
        </p:nvSpPr>
        <p:spPr>
          <a:xfrm>
            <a:off x="3811619" y="33891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6A65B50-E381-1CB9-1100-431037013483}"/>
              </a:ext>
            </a:extLst>
          </p:cNvPr>
          <p:cNvSpPr txBox="1"/>
          <p:nvPr/>
        </p:nvSpPr>
        <p:spPr>
          <a:xfrm>
            <a:off x="4464883" y="3441143"/>
            <a:ext cx="3241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1</a:t>
            </a: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C58A465-D7D7-5D0D-5FD2-37EDF724693C}"/>
              </a:ext>
            </a:extLst>
          </p:cNvPr>
          <p:cNvCxnSpPr>
            <a:cxnSpLocks/>
          </p:cNvCxnSpPr>
          <p:nvPr/>
        </p:nvCxnSpPr>
        <p:spPr>
          <a:xfrm flipH="1">
            <a:off x="4293443" y="3760938"/>
            <a:ext cx="338328" cy="1645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7EA860A-8CCB-5F15-5700-BD25801C7F19}"/>
              </a:ext>
            </a:extLst>
          </p:cNvPr>
          <p:cNvCxnSpPr>
            <a:cxnSpLocks/>
          </p:cNvCxnSpPr>
          <p:nvPr/>
        </p:nvCxnSpPr>
        <p:spPr>
          <a:xfrm>
            <a:off x="4635948" y="3760939"/>
            <a:ext cx="334902" cy="1654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7F652AB0-1363-8C53-E65D-957140091B6C}"/>
              </a:ext>
            </a:extLst>
          </p:cNvPr>
          <p:cNvSpPr txBox="1"/>
          <p:nvPr/>
        </p:nvSpPr>
        <p:spPr>
          <a:xfrm>
            <a:off x="4216553" y="362680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971E8D7-EDD5-3E09-9E73-A2DFD843B8A8}"/>
              </a:ext>
            </a:extLst>
          </p:cNvPr>
          <p:cNvSpPr txBox="1"/>
          <p:nvPr/>
        </p:nvSpPr>
        <p:spPr>
          <a:xfrm>
            <a:off x="4814570" y="362680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6D984807-FE31-12E1-8FE7-EBE8EA86EC73}"/>
              </a:ext>
            </a:extLst>
          </p:cNvPr>
          <p:cNvSpPr txBox="1"/>
          <p:nvPr/>
        </p:nvSpPr>
        <p:spPr>
          <a:xfrm>
            <a:off x="4169024" y="38653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4BD3BA8-40CA-CD94-254F-09EA37375784}"/>
              </a:ext>
            </a:extLst>
          </p:cNvPr>
          <p:cNvSpPr txBox="1"/>
          <p:nvPr/>
        </p:nvSpPr>
        <p:spPr>
          <a:xfrm>
            <a:off x="4840129" y="38653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C0CD93C-305F-200E-2F4C-A250CECA59D4}"/>
              </a:ext>
            </a:extLst>
          </p:cNvPr>
          <p:cNvSpPr txBox="1"/>
          <p:nvPr/>
        </p:nvSpPr>
        <p:spPr>
          <a:xfrm>
            <a:off x="1885524" y="70979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3B02308A-DC2E-CE56-02E0-C1459FB01F8C}"/>
              </a:ext>
            </a:extLst>
          </p:cNvPr>
          <p:cNvGrpSpPr/>
          <p:nvPr/>
        </p:nvGrpSpPr>
        <p:grpSpPr>
          <a:xfrm>
            <a:off x="2031387" y="808455"/>
            <a:ext cx="1373398" cy="1220879"/>
            <a:chOff x="4461472" y="971137"/>
            <a:chExt cx="1373398" cy="1220879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0AAAEA8-D252-7045-7F7B-BAAFD2037E20}"/>
                </a:ext>
              </a:extLst>
            </p:cNvPr>
            <p:cNvSpPr txBox="1"/>
            <p:nvPr/>
          </p:nvSpPr>
          <p:spPr>
            <a:xfrm>
              <a:off x="4777684" y="971137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1</a:t>
              </a:r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762FCC0-F640-D7FD-D6E8-FF39F24C87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5803" y="1285444"/>
              <a:ext cx="338328" cy="16459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2C9AD2F-7119-365E-4C6D-312C7BF7F32E}"/>
                </a:ext>
              </a:extLst>
            </p:cNvPr>
            <p:cNvCxnSpPr>
              <a:cxnSpLocks/>
            </p:cNvCxnSpPr>
            <p:nvPr/>
          </p:nvCxnSpPr>
          <p:spPr>
            <a:xfrm>
              <a:off x="4928308" y="1285445"/>
              <a:ext cx="334902" cy="16541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4E434F3-3A3D-E641-A0CB-4C111A0853C7}"/>
                </a:ext>
              </a:extLst>
            </p:cNvPr>
            <p:cNvSpPr txBox="1"/>
            <p:nvPr/>
          </p:nvSpPr>
          <p:spPr>
            <a:xfrm>
              <a:off x="4529901" y="114429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B40FBFE8-00CE-40A1-612A-70682D4E2717}"/>
                </a:ext>
              </a:extLst>
            </p:cNvPr>
            <p:cNvSpPr txBox="1"/>
            <p:nvPr/>
          </p:nvSpPr>
          <p:spPr>
            <a:xfrm>
              <a:off x="5082199" y="1144290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0,1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79A3A39F-4070-1A87-9BD6-6BE56015C887}"/>
                </a:ext>
              </a:extLst>
            </p:cNvPr>
            <p:cNvSpPr txBox="1"/>
            <p:nvPr/>
          </p:nvSpPr>
          <p:spPr>
            <a:xfrm>
              <a:off x="5118610" y="1451857"/>
              <a:ext cx="32412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</a:t>
              </a:r>
              <a:r>
                <a:rPr lang="en-US" sz="1400" baseline="-25000" dirty="0"/>
                <a:t>2</a:t>
              </a:r>
            </a:p>
          </p:txBody>
        </p: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7F70036-3065-1752-6CE8-0C42FA0E6B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7170" y="1771652"/>
              <a:ext cx="338328" cy="16459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E3A933A9-A9B4-CB51-7822-D8E81445D042}"/>
                </a:ext>
              </a:extLst>
            </p:cNvPr>
            <p:cNvCxnSpPr>
              <a:cxnSpLocks/>
            </p:cNvCxnSpPr>
            <p:nvPr/>
          </p:nvCxnSpPr>
          <p:spPr>
            <a:xfrm>
              <a:off x="5289675" y="1771653"/>
              <a:ext cx="334902" cy="16541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BEAC50D-B0F2-64FF-09A5-0C9C7E01A28D}"/>
                </a:ext>
              </a:extLst>
            </p:cNvPr>
            <p:cNvSpPr txBox="1"/>
            <p:nvPr/>
          </p:nvSpPr>
          <p:spPr>
            <a:xfrm>
              <a:off x="4870280" y="163751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05E1C9D4-E764-671E-DCE1-9FB45C0C0EEF}"/>
                </a:ext>
              </a:extLst>
            </p:cNvPr>
            <p:cNvSpPr txBox="1"/>
            <p:nvPr/>
          </p:nvSpPr>
          <p:spPr>
            <a:xfrm>
              <a:off x="5422578" y="1637519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0,1</a:t>
              </a:r>
              <a:endParaRPr lang="en-US" sz="14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60838A57-0993-20D2-49E4-AF6344D20795}"/>
                </a:ext>
              </a:extLst>
            </p:cNvPr>
            <p:cNvSpPr txBox="1"/>
            <p:nvPr/>
          </p:nvSpPr>
          <p:spPr>
            <a:xfrm>
              <a:off x="4824233" y="188423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D5A89AA6-B3E8-B383-E5FE-742FFD186AE0}"/>
                </a:ext>
              </a:extLst>
            </p:cNvPr>
            <p:cNvSpPr txBox="1"/>
            <p:nvPr/>
          </p:nvSpPr>
          <p:spPr>
            <a:xfrm>
              <a:off x="4461472" y="140401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2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3AE2A446-9D33-1A01-7990-71F55B65FAF9}"/>
                </a:ext>
              </a:extLst>
            </p:cNvPr>
            <p:cNvSpPr txBox="1"/>
            <p:nvPr/>
          </p:nvSpPr>
          <p:spPr>
            <a:xfrm>
              <a:off x="5481442" y="187411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9846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8523D-1FD3-2BCE-41EE-B846DBE0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F3605F-3C65-0541-702D-5F007FCB8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3929062"/>
            <a:ext cx="3949700" cy="2654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DAA3C1-E5A4-43EF-14A1-A6002C78F1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6" r="30240"/>
          <a:stretch>
            <a:fillRect/>
          </a:stretch>
        </p:blipFill>
        <p:spPr>
          <a:xfrm>
            <a:off x="3173194" y="3931476"/>
            <a:ext cx="2467412" cy="2651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D81A9A-FB7C-6224-485C-F5CA8C120C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364"/>
          <a:stretch>
            <a:fillRect/>
          </a:stretch>
        </p:blipFill>
        <p:spPr>
          <a:xfrm>
            <a:off x="5640606" y="3975321"/>
            <a:ext cx="1210044" cy="2654300"/>
          </a:xfrm>
          <a:prstGeom prst="rect">
            <a:avLst/>
          </a:prstGeom>
        </p:spPr>
      </p:pic>
      <p:sp>
        <p:nvSpPr>
          <p:cNvPr id="13" name="Triangle 12">
            <a:extLst>
              <a:ext uri="{FF2B5EF4-FFF2-40B4-BE49-F238E27FC236}">
                <a16:creationId xmlns:a16="http://schemas.microsoft.com/office/drawing/2014/main" id="{11ECA1BB-992C-7642-31B2-BE86C8477C68}"/>
              </a:ext>
            </a:extLst>
          </p:cNvPr>
          <p:cNvSpPr/>
          <p:nvPr/>
        </p:nvSpPr>
        <p:spPr>
          <a:xfrm rot="16200000">
            <a:off x="3084118" y="1461166"/>
            <a:ext cx="190131" cy="4838179"/>
          </a:xfrm>
          <a:prstGeom prst="triangle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0CB930-D1EF-9D93-27EC-6EBC8E2C0774}"/>
              </a:ext>
            </a:extLst>
          </p:cNvPr>
          <p:cNvSpPr txBox="1"/>
          <p:nvPr/>
        </p:nvSpPr>
        <p:spPr>
          <a:xfrm>
            <a:off x="2137493" y="3528495"/>
            <a:ext cx="2071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Canalization and absolute bias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B944C8-CC12-CB9C-4A04-F689497BF2E5}"/>
              </a:ext>
            </a:extLst>
          </p:cNvPr>
          <p:cNvSpPr txBox="1"/>
          <p:nvPr/>
        </p:nvSpPr>
        <p:spPr>
          <a:xfrm>
            <a:off x="635000" y="3528495"/>
            <a:ext cx="41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E7908-6902-9A8D-9107-3CA3C5599CA5}"/>
              </a:ext>
            </a:extLst>
          </p:cNvPr>
          <p:cNvSpPr txBox="1"/>
          <p:nvPr/>
        </p:nvSpPr>
        <p:spPr>
          <a:xfrm>
            <a:off x="5270998" y="3528495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67048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104852</TotalTime>
  <Words>497</Words>
  <Application>Microsoft Macintosh PowerPoint</Application>
  <PresentationFormat>On-screen Show (4:3)</PresentationFormat>
  <Paragraphs>466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 Zürich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HIV Vaccinology and the Robustness of Gene Regulatory Networks </dc:title>
  <dc:creator>Claus Kadelka</dc:creator>
  <cp:lastModifiedBy>Kadelka, Claus [MATH]</cp:lastModifiedBy>
  <cp:revision>229</cp:revision>
  <cp:lastPrinted>2025-11-21T02:35:18Z</cp:lastPrinted>
  <dcterms:created xsi:type="dcterms:W3CDTF">2018-01-07T10:32:29Z</dcterms:created>
  <dcterms:modified xsi:type="dcterms:W3CDTF">2025-11-21T03:47:14Z</dcterms:modified>
</cp:coreProperties>
</file>